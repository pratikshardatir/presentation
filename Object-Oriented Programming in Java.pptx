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7" r:id="rId6"/>
    <p:sldId id="262" r:id="rId7"/>
    <p:sldId id="289" r:id="rId8"/>
    <p:sldId id="296" r:id="rId9"/>
    <p:sldId id="295" r:id="rId10"/>
    <p:sldId id="264" r:id="rId11"/>
    <p:sldId id="300" r:id="rId12"/>
    <p:sldId id="278" r:id="rId13"/>
    <p:sldId id="297" r:id="rId14"/>
    <p:sldId id="298" r:id="rId15"/>
    <p:sldId id="299" r:id="rId16"/>
    <p:sldId id="301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661" autoAdjust="0"/>
  </p:normalViewPr>
  <p:slideViewPr>
    <p:cSldViewPr snapToGrid="0">
      <p:cViewPr>
        <p:scale>
          <a:sx n="78" d="100"/>
          <a:sy n="78" d="100"/>
        </p:scale>
        <p:origin x="444" y="222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sha Datir" userId="f6bc0e6a94cf4b74" providerId="LiveId" clId="{15149AF0-B1CF-4761-B18C-8F14966F028A}"/>
    <pc:docChg chg="undo custSel addSld modSld sldOrd">
      <pc:chgData name="Pratiksha Datir" userId="f6bc0e6a94cf4b74" providerId="LiveId" clId="{15149AF0-B1CF-4761-B18C-8F14966F028A}" dt="2026-02-11T08:28:14.120" v="702" actId="27636"/>
      <pc:docMkLst>
        <pc:docMk/>
      </pc:docMkLst>
      <pc:sldChg chg="ord">
        <pc:chgData name="Pratiksha Datir" userId="f6bc0e6a94cf4b74" providerId="LiveId" clId="{15149AF0-B1CF-4761-B18C-8F14966F028A}" dt="2026-02-11T05:02:14.924" v="618"/>
        <pc:sldMkLst>
          <pc:docMk/>
          <pc:sldMk cId="1642425379" sldId="256"/>
        </pc:sldMkLst>
      </pc:sldChg>
      <pc:sldChg chg="modSp mod">
        <pc:chgData name="Pratiksha Datir" userId="f6bc0e6a94cf4b74" providerId="LiveId" clId="{15149AF0-B1CF-4761-B18C-8F14966F028A}" dt="2026-02-11T07:45:19.733" v="672" actId="313"/>
        <pc:sldMkLst>
          <pc:docMk/>
          <pc:sldMk cId="1593920805" sldId="262"/>
        </pc:sldMkLst>
        <pc:spChg chg="mod">
          <ac:chgData name="Pratiksha Datir" userId="f6bc0e6a94cf4b74" providerId="LiveId" clId="{15149AF0-B1CF-4761-B18C-8F14966F028A}" dt="2026-02-11T07:45:19.733" v="672" actId="313"/>
          <ac:spMkLst>
            <pc:docMk/>
            <pc:sldMk cId="1593920805" sldId="262"/>
            <ac:spMk id="33" creationId="{1EC7C10E-E736-AD42-C137-5C2DEF3D3901}"/>
          </ac:spMkLst>
        </pc:spChg>
      </pc:sldChg>
      <pc:sldChg chg="addSp modSp mod">
        <pc:chgData name="Pratiksha Datir" userId="f6bc0e6a94cf4b74" providerId="LiveId" clId="{15149AF0-B1CF-4761-B18C-8F14966F028A}" dt="2026-02-11T05:08:52.860" v="666" actId="5793"/>
        <pc:sldMkLst>
          <pc:docMk/>
          <pc:sldMk cId="1346372204" sldId="264"/>
        </pc:sldMkLst>
        <pc:spChg chg="add">
          <ac:chgData name="Pratiksha Datir" userId="f6bc0e6a94cf4b74" providerId="LiveId" clId="{15149AF0-B1CF-4761-B18C-8F14966F028A}" dt="2026-02-11T04:58:06.965" v="557"/>
          <ac:spMkLst>
            <pc:docMk/>
            <pc:sldMk cId="1346372204" sldId="264"/>
            <ac:spMk id="2" creationId="{248DE701-B2FA-D913-059A-ED4CCF6E5697}"/>
          </ac:spMkLst>
        </pc:spChg>
        <pc:spChg chg="add mod">
          <ac:chgData name="Pratiksha Datir" userId="f6bc0e6a94cf4b74" providerId="LiveId" clId="{15149AF0-B1CF-4761-B18C-8F14966F028A}" dt="2026-02-11T05:08:52.860" v="666" actId="5793"/>
          <ac:spMkLst>
            <pc:docMk/>
            <pc:sldMk cId="1346372204" sldId="264"/>
            <ac:spMk id="3" creationId="{8086A329-39C7-CDDE-A564-72B6F9A4C6F8}"/>
          </ac:spMkLst>
        </pc:spChg>
        <pc:spChg chg="mod">
          <ac:chgData name="Pratiksha Datir" userId="f6bc0e6a94cf4b74" providerId="LiveId" clId="{15149AF0-B1CF-4761-B18C-8F14966F028A}" dt="2026-02-11T05:08:48.249" v="664" actId="20577"/>
          <ac:spMkLst>
            <pc:docMk/>
            <pc:sldMk cId="1346372204" sldId="264"/>
            <ac:spMk id="14" creationId="{2320B7A8-0D52-2B78-CB2C-615AC88CFA56}"/>
          </ac:spMkLst>
        </pc:spChg>
      </pc:sldChg>
      <pc:sldChg chg="modSp mod">
        <pc:chgData name="Pratiksha Datir" userId="f6bc0e6a94cf4b74" providerId="LiveId" clId="{15149AF0-B1CF-4761-B18C-8F14966F028A}" dt="2026-02-11T04:56:00.172" v="555" actId="255"/>
        <pc:sldMkLst>
          <pc:docMk/>
          <pc:sldMk cId="2243494996" sldId="277"/>
        </pc:sldMkLst>
        <pc:spChg chg="mod">
          <ac:chgData name="Pratiksha Datir" userId="f6bc0e6a94cf4b74" providerId="LiveId" clId="{15149AF0-B1CF-4761-B18C-8F14966F028A}" dt="2026-02-11T04:56:00.172" v="555" actId="255"/>
          <ac:spMkLst>
            <pc:docMk/>
            <pc:sldMk cId="2243494996" sldId="277"/>
            <ac:spMk id="15" creationId="{2CC79354-3961-D6B3-A317-1DE7589702F9}"/>
          </ac:spMkLst>
        </pc:spChg>
      </pc:sldChg>
      <pc:sldChg chg="addSp modSp mod">
        <pc:chgData name="Pratiksha Datir" userId="f6bc0e6a94cf4b74" providerId="LiveId" clId="{15149AF0-B1CF-4761-B18C-8F14966F028A}" dt="2026-02-11T08:28:14.120" v="702" actId="27636"/>
        <pc:sldMkLst>
          <pc:docMk/>
          <pc:sldMk cId="2069393026" sldId="278"/>
        </pc:sldMkLst>
        <pc:spChg chg="add">
          <ac:chgData name="Pratiksha Datir" userId="f6bc0e6a94cf4b74" providerId="LiveId" clId="{15149AF0-B1CF-4761-B18C-8F14966F028A}" dt="2026-02-10T15:28:35.644" v="302"/>
          <ac:spMkLst>
            <pc:docMk/>
            <pc:sldMk cId="2069393026" sldId="278"/>
            <ac:spMk id="2" creationId="{27475AE1-849D-4279-ACA3-8FEDB015AD8B}"/>
          </ac:spMkLst>
        </pc:spChg>
        <pc:spChg chg="mod">
          <ac:chgData name="Pratiksha Datir" userId="f6bc0e6a94cf4b74" providerId="LiveId" clId="{15149AF0-B1CF-4761-B18C-8F14966F028A}" dt="2026-02-11T08:28:14.120" v="702" actId="27636"/>
          <ac:spMkLst>
            <pc:docMk/>
            <pc:sldMk cId="2069393026" sldId="278"/>
            <ac:spMk id="5" creationId="{06E82690-B145-4D4F-B2D1-0B2A8C50FD71}"/>
          </ac:spMkLst>
        </pc:spChg>
        <pc:spChg chg="add mod">
          <ac:chgData name="Pratiksha Datir" userId="f6bc0e6a94cf4b74" providerId="LiveId" clId="{15149AF0-B1CF-4761-B18C-8F14966F028A}" dt="2026-02-10T15:28:46.882" v="306" actId="27636"/>
          <ac:spMkLst>
            <pc:docMk/>
            <pc:sldMk cId="2069393026" sldId="278"/>
            <ac:spMk id="6" creationId="{94649A63-C84E-541C-55FD-FCB7039CEABF}"/>
          </ac:spMkLst>
        </pc:spChg>
        <pc:spChg chg="add mod">
          <ac:chgData name="Pratiksha Datir" userId="f6bc0e6a94cf4b74" providerId="LiveId" clId="{15149AF0-B1CF-4761-B18C-8F14966F028A}" dt="2026-02-10T15:29:08.171" v="311"/>
          <ac:spMkLst>
            <pc:docMk/>
            <pc:sldMk cId="2069393026" sldId="278"/>
            <ac:spMk id="7" creationId="{ADB5774F-595E-80E3-77A6-A8ACCB54383C}"/>
          </ac:spMkLst>
        </pc:spChg>
        <pc:spChg chg="add">
          <ac:chgData name="Pratiksha Datir" userId="f6bc0e6a94cf4b74" providerId="LiveId" clId="{15149AF0-B1CF-4761-B18C-8F14966F028A}" dt="2026-02-10T15:29:24.156" v="319"/>
          <ac:spMkLst>
            <pc:docMk/>
            <pc:sldMk cId="2069393026" sldId="278"/>
            <ac:spMk id="8" creationId="{067A155D-7385-0716-99F7-9F36024378D2}"/>
          </ac:spMkLst>
        </pc:spChg>
        <pc:spChg chg="add">
          <ac:chgData name="Pratiksha Datir" userId="f6bc0e6a94cf4b74" providerId="LiveId" clId="{15149AF0-B1CF-4761-B18C-8F14966F028A}" dt="2026-02-10T15:29:48.447" v="325"/>
          <ac:spMkLst>
            <pc:docMk/>
            <pc:sldMk cId="2069393026" sldId="278"/>
            <ac:spMk id="9" creationId="{7562B9B5-13CB-9D71-65C0-009160DB5315}"/>
          </ac:spMkLst>
        </pc:spChg>
        <pc:spChg chg="add mod">
          <ac:chgData name="Pratiksha Datir" userId="f6bc0e6a94cf4b74" providerId="LiveId" clId="{15149AF0-B1CF-4761-B18C-8F14966F028A}" dt="2026-02-11T05:04:47.796" v="629" actId="14100"/>
          <ac:spMkLst>
            <pc:docMk/>
            <pc:sldMk cId="2069393026" sldId="278"/>
            <ac:spMk id="10" creationId="{9E37BC73-6047-A6C9-6F97-F23C85334276}"/>
          </ac:spMkLst>
        </pc:spChg>
      </pc:sldChg>
      <pc:sldChg chg="modSp mod">
        <pc:chgData name="Pratiksha Datir" userId="f6bc0e6a94cf4b74" providerId="LiveId" clId="{15149AF0-B1CF-4761-B18C-8F14966F028A}" dt="2026-02-11T05:03:50.933" v="627" actId="14100"/>
        <pc:sldMkLst>
          <pc:docMk/>
          <pc:sldMk cId="1844941827" sldId="289"/>
        </pc:sldMkLst>
        <pc:spChg chg="mod">
          <ac:chgData name="Pratiksha Datir" userId="f6bc0e6a94cf4b74" providerId="LiveId" clId="{15149AF0-B1CF-4761-B18C-8F14966F028A}" dt="2026-02-11T05:02:46.641" v="619" actId="1076"/>
          <ac:spMkLst>
            <pc:docMk/>
            <pc:sldMk cId="1844941827" sldId="289"/>
            <ac:spMk id="2" creationId="{75031FE9-9059-4FE8-B4AC-9771F23A1B89}"/>
          </ac:spMkLst>
        </pc:spChg>
        <pc:spChg chg="mod">
          <ac:chgData name="Pratiksha Datir" userId="f6bc0e6a94cf4b74" providerId="LiveId" clId="{15149AF0-B1CF-4761-B18C-8F14966F028A}" dt="2026-02-11T05:03:50.933" v="627" actId="14100"/>
          <ac:spMkLst>
            <pc:docMk/>
            <pc:sldMk cId="1844941827" sldId="289"/>
            <ac:spMk id="30" creationId="{0F62DC62-CC40-3C4B-A918-EBEBC7F141BC}"/>
          </ac:spMkLst>
        </pc:spChg>
      </pc:sldChg>
      <pc:sldChg chg="modSp mod ord">
        <pc:chgData name="Pratiksha Datir" userId="f6bc0e6a94cf4b74" providerId="LiveId" clId="{15149AF0-B1CF-4761-B18C-8F14966F028A}" dt="2026-02-11T04:46:18.556" v="470" actId="113"/>
        <pc:sldMkLst>
          <pc:docMk/>
          <pc:sldMk cId="2406704738" sldId="295"/>
        </pc:sldMkLst>
        <pc:spChg chg="mod">
          <ac:chgData name="Pratiksha Datir" userId="f6bc0e6a94cf4b74" providerId="LiveId" clId="{15149AF0-B1CF-4761-B18C-8F14966F028A}" dt="2026-02-11T04:46:18.556" v="470" actId="113"/>
          <ac:spMkLst>
            <pc:docMk/>
            <pc:sldMk cId="2406704738" sldId="295"/>
            <ac:spMk id="6" creationId="{F1CF0A90-968E-1B0B-F3F0-4C9A4CAB69E2}"/>
          </ac:spMkLst>
        </pc:spChg>
      </pc:sldChg>
      <pc:sldChg chg="addSp delSp modSp mod ord">
        <pc:chgData name="Pratiksha Datir" userId="f6bc0e6a94cf4b74" providerId="LiveId" clId="{15149AF0-B1CF-4761-B18C-8F14966F028A}" dt="2026-02-11T05:03:50.001" v="626" actId="20578"/>
        <pc:sldMkLst>
          <pc:docMk/>
          <pc:sldMk cId="1231989317" sldId="296"/>
        </pc:sldMkLst>
        <pc:spChg chg="add del mod">
          <ac:chgData name="Pratiksha Datir" userId="f6bc0e6a94cf4b74" providerId="LiveId" clId="{15149AF0-B1CF-4761-B18C-8F14966F028A}" dt="2026-02-11T04:47:50.515" v="490" actId="20577"/>
          <ac:spMkLst>
            <pc:docMk/>
            <pc:sldMk cId="1231989317" sldId="296"/>
            <ac:spMk id="14" creationId="{7819ABE9-6440-5362-B5F0-DB6DB8186481}"/>
          </ac:spMkLst>
        </pc:spChg>
      </pc:sldChg>
      <pc:sldChg chg="modSp mod">
        <pc:chgData name="Pratiksha Datir" userId="f6bc0e6a94cf4b74" providerId="LiveId" clId="{15149AF0-B1CF-4761-B18C-8F14966F028A}" dt="2026-02-11T05:05:30.495" v="638" actId="14100"/>
        <pc:sldMkLst>
          <pc:docMk/>
          <pc:sldMk cId="198062731" sldId="297"/>
        </pc:sldMkLst>
        <pc:spChg chg="mod">
          <ac:chgData name="Pratiksha Datir" userId="f6bc0e6a94cf4b74" providerId="LiveId" clId="{15149AF0-B1CF-4761-B18C-8F14966F028A}" dt="2026-02-11T05:05:23.064" v="637"/>
          <ac:spMkLst>
            <pc:docMk/>
            <pc:sldMk cId="198062731" sldId="297"/>
            <ac:spMk id="6" creationId="{0A4A21D8-D279-2F19-B41B-6633BFB0DAFF}"/>
          </ac:spMkLst>
        </pc:spChg>
        <pc:spChg chg="mod">
          <ac:chgData name="Pratiksha Datir" userId="f6bc0e6a94cf4b74" providerId="LiveId" clId="{15149AF0-B1CF-4761-B18C-8F14966F028A}" dt="2026-02-11T05:05:30.495" v="638" actId="14100"/>
          <ac:spMkLst>
            <pc:docMk/>
            <pc:sldMk cId="198062731" sldId="297"/>
            <ac:spMk id="9" creationId="{92EEFBF7-3E80-D39A-7362-C8DF67CAB559}"/>
          </ac:spMkLst>
        </pc:spChg>
      </pc:sldChg>
      <pc:sldChg chg="modSp mod">
        <pc:chgData name="Pratiksha Datir" userId="f6bc0e6a94cf4b74" providerId="LiveId" clId="{15149AF0-B1CF-4761-B18C-8F14966F028A}" dt="2026-02-11T04:23:26.723" v="400" actId="12"/>
        <pc:sldMkLst>
          <pc:docMk/>
          <pc:sldMk cId="807356943" sldId="299"/>
        </pc:sldMkLst>
        <pc:spChg chg="mod">
          <ac:chgData name="Pratiksha Datir" userId="f6bc0e6a94cf4b74" providerId="LiveId" clId="{15149AF0-B1CF-4761-B18C-8F14966F028A}" dt="2026-02-11T04:23:26.723" v="400" actId="12"/>
          <ac:spMkLst>
            <pc:docMk/>
            <pc:sldMk cId="807356943" sldId="299"/>
            <ac:spMk id="3" creationId="{19583154-8B17-9F19-F9F2-623E5812DD7C}"/>
          </ac:spMkLst>
        </pc:spChg>
      </pc:sldChg>
      <pc:sldChg chg="delSp modSp new mod">
        <pc:chgData name="Pratiksha Datir" userId="f6bc0e6a94cf4b74" providerId="LiveId" clId="{15149AF0-B1CF-4761-B18C-8F14966F028A}" dt="2026-02-10T14:39:38.456" v="138" actId="113"/>
        <pc:sldMkLst>
          <pc:docMk/>
          <pc:sldMk cId="3167886719" sldId="300"/>
        </pc:sldMkLst>
        <pc:spChg chg="del">
          <ac:chgData name="Pratiksha Datir" userId="f6bc0e6a94cf4b74" providerId="LiveId" clId="{15149AF0-B1CF-4761-B18C-8F14966F028A}" dt="2026-02-10T14:21:20.196" v="3" actId="21"/>
          <ac:spMkLst>
            <pc:docMk/>
            <pc:sldMk cId="3167886719" sldId="300"/>
            <ac:spMk id="2" creationId="{3024EF64-1362-7560-839F-D9C1897E038D}"/>
          </ac:spMkLst>
        </pc:spChg>
        <pc:spChg chg="mod">
          <ac:chgData name="Pratiksha Datir" userId="f6bc0e6a94cf4b74" providerId="LiveId" clId="{15149AF0-B1CF-4761-B18C-8F14966F028A}" dt="2026-02-10T14:39:38.456" v="138" actId="113"/>
          <ac:spMkLst>
            <pc:docMk/>
            <pc:sldMk cId="3167886719" sldId="300"/>
            <ac:spMk id="6" creationId="{C369F12F-85C8-802F-F4DD-232048EF02D0}"/>
          </ac:spMkLst>
        </pc:spChg>
      </pc:sldChg>
      <pc:sldChg chg="delSp modSp new mod">
        <pc:chgData name="Pratiksha Datir" userId="f6bc0e6a94cf4b74" providerId="LiveId" clId="{15149AF0-B1CF-4761-B18C-8F14966F028A}" dt="2026-02-11T04:51:28.733" v="513" actId="207"/>
        <pc:sldMkLst>
          <pc:docMk/>
          <pc:sldMk cId="3822610813" sldId="301"/>
        </pc:sldMkLst>
        <pc:spChg chg="del">
          <ac:chgData name="Pratiksha Datir" userId="f6bc0e6a94cf4b74" providerId="LiveId" clId="{15149AF0-B1CF-4761-B18C-8F14966F028A}" dt="2026-02-10T14:52:55.205" v="286" actId="21"/>
          <ac:spMkLst>
            <pc:docMk/>
            <pc:sldMk cId="3822610813" sldId="301"/>
            <ac:spMk id="2" creationId="{071F538B-42C4-C413-420B-64DB076608AE}"/>
          </ac:spMkLst>
        </pc:spChg>
        <pc:spChg chg="mod">
          <ac:chgData name="Pratiksha Datir" userId="f6bc0e6a94cf4b74" providerId="LiveId" clId="{15149AF0-B1CF-4761-B18C-8F14966F028A}" dt="2026-02-11T04:51:28.733" v="513" actId="207"/>
          <ac:spMkLst>
            <pc:docMk/>
            <pc:sldMk cId="3822610813" sldId="301"/>
            <ac:spMk id="6" creationId="{B6752314-326B-C161-14DE-4A3F53787497}"/>
          </ac:spMkLst>
        </pc:spChg>
      </pc:sldChg>
    </pc:docChg>
  </pc:docChgLst>
  <pc:docChgLst>
    <pc:chgData name="Pratiksha Datir" userId="f6bc0e6a94cf4b74" providerId="LiveId" clId="{49FAF455-AB81-4D23-9E46-98491D21E4DD}"/>
    <pc:docChg chg="undo custSel addSld delSld modSld">
      <pc:chgData name="Pratiksha Datir" userId="f6bc0e6a94cf4b74" providerId="LiveId" clId="{49FAF455-AB81-4D23-9E46-98491D21E4DD}" dt="2024-12-03T09:19:24.733" v="1614" actId="255"/>
      <pc:docMkLst>
        <pc:docMk/>
      </pc:docMkLst>
      <pc:sldChg chg="addSp delSp modSp mod">
        <pc:chgData name="Pratiksha Datir" userId="f6bc0e6a94cf4b74" providerId="LiveId" clId="{49FAF455-AB81-4D23-9E46-98491D21E4DD}" dt="2024-12-02T16:46:32.391" v="393" actId="20577"/>
        <pc:sldMkLst>
          <pc:docMk/>
          <pc:sldMk cId="1642425379" sldId="256"/>
        </pc:sldMkLst>
      </pc:sldChg>
      <pc:sldChg chg="addSp delSp modSp del mod">
        <pc:chgData name="Pratiksha Datir" userId="f6bc0e6a94cf4b74" providerId="LiveId" clId="{49FAF455-AB81-4D23-9E46-98491D21E4DD}" dt="2024-12-02T17:25:31.465" v="1043" actId="47"/>
        <pc:sldMkLst>
          <pc:docMk/>
          <pc:sldMk cId="707789176" sldId="258"/>
        </pc:sldMkLst>
      </pc:sldChg>
      <pc:sldChg chg="del">
        <pc:chgData name="Pratiksha Datir" userId="f6bc0e6a94cf4b74" providerId="LiveId" clId="{49FAF455-AB81-4D23-9E46-98491D21E4DD}" dt="2024-12-02T17:58:39.443" v="1350" actId="47"/>
        <pc:sldMkLst>
          <pc:docMk/>
          <pc:sldMk cId="566997565" sldId="260"/>
        </pc:sldMkLst>
      </pc:sldChg>
      <pc:sldChg chg="addSp delSp modSp del mod">
        <pc:chgData name="Pratiksha Datir" userId="f6bc0e6a94cf4b74" providerId="LiveId" clId="{49FAF455-AB81-4D23-9E46-98491D21E4DD}" dt="2024-12-02T13:47:20.394" v="74" actId="2696"/>
        <pc:sldMkLst>
          <pc:docMk/>
          <pc:sldMk cId="1738561688" sldId="261"/>
        </pc:sldMkLst>
      </pc:sldChg>
      <pc:sldChg chg="addSp delSp modSp mod">
        <pc:chgData name="Pratiksha Datir" userId="f6bc0e6a94cf4b74" providerId="LiveId" clId="{49FAF455-AB81-4D23-9E46-98491D21E4DD}" dt="2024-12-02T18:03:18.103" v="1394" actId="2711"/>
        <pc:sldMkLst>
          <pc:docMk/>
          <pc:sldMk cId="1593920805" sldId="262"/>
        </pc:sldMkLst>
      </pc:sldChg>
      <pc:sldChg chg="addSp delSp modSp mod">
        <pc:chgData name="Pratiksha Datir" userId="f6bc0e6a94cf4b74" providerId="LiveId" clId="{49FAF455-AB81-4D23-9E46-98491D21E4DD}" dt="2024-12-02T17:40:25.471" v="1216" actId="14100"/>
        <pc:sldMkLst>
          <pc:docMk/>
          <pc:sldMk cId="1346372204" sldId="264"/>
        </pc:sldMkLst>
      </pc:sldChg>
      <pc:sldChg chg="addSp delSp modSp del mod">
        <pc:chgData name="Pratiksha Datir" userId="f6bc0e6a94cf4b74" providerId="LiveId" clId="{49FAF455-AB81-4D23-9E46-98491D21E4DD}" dt="2024-12-02T17:41:15.940" v="1220" actId="2696"/>
        <pc:sldMkLst>
          <pc:docMk/>
          <pc:sldMk cId="2121178069" sldId="266"/>
        </pc:sldMkLst>
      </pc:sldChg>
      <pc:sldChg chg="del">
        <pc:chgData name="Pratiksha Datir" userId="f6bc0e6a94cf4b74" providerId="LiveId" clId="{49FAF455-AB81-4D23-9E46-98491D21E4DD}" dt="2024-12-02T17:58:32.130" v="1345" actId="47"/>
        <pc:sldMkLst>
          <pc:docMk/>
          <pc:sldMk cId="4151694508" sldId="268"/>
        </pc:sldMkLst>
      </pc:sldChg>
      <pc:sldChg chg="del">
        <pc:chgData name="Pratiksha Datir" userId="f6bc0e6a94cf4b74" providerId="LiveId" clId="{49FAF455-AB81-4D23-9E46-98491D21E4DD}" dt="2024-12-02T17:58:35.439" v="1347" actId="47"/>
        <pc:sldMkLst>
          <pc:docMk/>
          <pc:sldMk cId="1472106130" sldId="270"/>
        </pc:sldMkLst>
      </pc:sldChg>
      <pc:sldChg chg="del">
        <pc:chgData name="Pratiksha Datir" userId="f6bc0e6a94cf4b74" providerId="LiveId" clId="{49FAF455-AB81-4D23-9E46-98491D21E4DD}" dt="2024-12-02T17:58:45.358" v="1354" actId="47"/>
        <pc:sldMkLst>
          <pc:docMk/>
          <pc:sldMk cId="920173932" sldId="275"/>
        </pc:sldMkLst>
      </pc:sldChg>
      <pc:sldChg chg="addSp delSp modSp add del mod">
        <pc:chgData name="Pratiksha Datir" userId="f6bc0e6a94cf4b74" providerId="LiveId" clId="{49FAF455-AB81-4D23-9E46-98491D21E4DD}" dt="2024-12-03T09:12:20.779" v="1603" actId="14100"/>
        <pc:sldMkLst>
          <pc:docMk/>
          <pc:sldMk cId="2436493926" sldId="276"/>
        </pc:sldMkLst>
      </pc:sldChg>
      <pc:sldChg chg="addSp delSp modSp mod">
        <pc:chgData name="Pratiksha Datir" userId="f6bc0e6a94cf4b74" providerId="LiveId" clId="{49FAF455-AB81-4D23-9E46-98491D21E4DD}" dt="2024-12-02T18:07:03.489" v="1412" actId="1076"/>
        <pc:sldMkLst>
          <pc:docMk/>
          <pc:sldMk cId="2243494996" sldId="277"/>
        </pc:sldMkLst>
      </pc:sldChg>
      <pc:sldChg chg="addSp delSp modSp mod">
        <pc:chgData name="Pratiksha Datir" userId="f6bc0e6a94cf4b74" providerId="LiveId" clId="{49FAF455-AB81-4D23-9E46-98491D21E4DD}" dt="2024-12-02T18:05:24.019" v="1400" actId="2711"/>
        <pc:sldMkLst>
          <pc:docMk/>
          <pc:sldMk cId="2069393026" sldId="278"/>
        </pc:sldMkLst>
      </pc:sldChg>
      <pc:sldChg chg="del">
        <pc:chgData name="Pratiksha Datir" userId="f6bc0e6a94cf4b74" providerId="LiveId" clId="{49FAF455-AB81-4D23-9E46-98491D21E4DD}" dt="2024-12-02T17:58:33.596" v="1346" actId="47"/>
        <pc:sldMkLst>
          <pc:docMk/>
          <pc:sldMk cId="1417396711" sldId="280"/>
        </pc:sldMkLst>
      </pc:sldChg>
      <pc:sldChg chg="del">
        <pc:chgData name="Pratiksha Datir" userId="f6bc0e6a94cf4b74" providerId="LiveId" clId="{49FAF455-AB81-4D23-9E46-98491D21E4DD}" dt="2024-12-02T17:58:40.667" v="1351" actId="47"/>
        <pc:sldMkLst>
          <pc:docMk/>
          <pc:sldMk cId="3477453048" sldId="282"/>
        </pc:sldMkLst>
      </pc:sldChg>
      <pc:sldChg chg="del">
        <pc:chgData name="Pratiksha Datir" userId="f6bc0e6a94cf4b74" providerId="LiveId" clId="{49FAF455-AB81-4D23-9E46-98491D21E4DD}" dt="2024-12-02T17:58:41.861" v="1352" actId="47"/>
        <pc:sldMkLst>
          <pc:docMk/>
          <pc:sldMk cId="3396266754" sldId="283"/>
        </pc:sldMkLst>
      </pc:sldChg>
      <pc:sldChg chg="addSp delSp modSp mod">
        <pc:chgData name="Pratiksha Datir" userId="f6bc0e6a94cf4b74" providerId="LiveId" clId="{49FAF455-AB81-4D23-9E46-98491D21E4DD}" dt="2024-12-02T18:03:44.329" v="1396" actId="2711"/>
        <pc:sldMkLst>
          <pc:docMk/>
          <pc:sldMk cId="1844941827" sldId="289"/>
        </pc:sldMkLst>
      </pc:sldChg>
      <pc:sldChg chg="del">
        <pc:chgData name="Pratiksha Datir" userId="f6bc0e6a94cf4b74" providerId="LiveId" clId="{49FAF455-AB81-4D23-9E46-98491D21E4DD}" dt="2024-12-02T17:58:43.081" v="1353" actId="47"/>
        <pc:sldMkLst>
          <pc:docMk/>
          <pc:sldMk cId="1177824853" sldId="290"/>
        </pc:sldMkLst>
      </pc:sldChg>
      <pc:sldChg chg="del">
        <pc:chgData name="Pratiksha Datir" userId="f6bc0e6a94cf4b74" providerId="LiveId" clId="{49FAF455-AB81-4D23-9E46-98491D21E4DD}" dt="2024-12-02T17:58:29.901" v="1344" actId="47"/>
        <pc:sldMkLst>
          <pc:docMk/>
          <pc:sldMk cId="404854312" sldId="292"/>
        </pc:sldMkLst>
      </pc:sldChg>
      <pc:sldChg chg="del">
        <pc:chgData name="Pratiksha Datir" userId="f6bc0e6a94cf4b74" providerId="LiveId" clId="{49FAF455-AB81-4D23-9E46-98491D21E4DD}" dt="2024-12-02T17:58:37.079" v="1348" actId="47"/>
        <pc:sldMkLst>
          <pc:docMk/>
          <pc:sldMk cId="473871986" sldId="293"/>
        </pc:sldMkLst>
      </pc:sldChg>
      <pc:sldChg chg="del">
        <pc:chgData name="Pratiksha Datir" userId="f6bc0e6a94cf4b74" providerId="LiveId" clId="{49FAF455-AB81-4D23-9E46-98491D21E4DD}" dt="2024-12-02T17:58:38.544" v="1349" actId="47"/>
        <pc:sldMkLst>
          <pc:docMk/>
          <pc:sldMk cId="3084972071" sldId="294"/>
        </pc:sldMkLst>
      </pc:sldChg>
      <pc:sldChg chg="delSp modSp new mod">
        <pc:chgData name="Pratiksha Datir" userId="f6bc0e6a94cf4b74" providerId="LiveId" clId="{49FAF455-AB81-4D23-9E46-98491D21E4DD}" dt="2024-12-03T07:47:16.922" v="1598" actId="20577"/>
        <pc:sldMkLst>
          <pc:docMk/>
          <pc:sldMk cId="2406704738" sldId="295"/>
        </pc:sldMkLst>
      </pc:sldChg>
      <pc:sldChg chg="addSp delSp modSp new mod">
        <pc:chgData name="Pratiksha Datir" userId="f6bc0e6a94cf4b74" providerId="LiveId" clId="{49FAF455-AB81-4D23-9E46-98491D21E4DD}" dt="2024-12-02T18:04:25.959" v="1398" actId="2"/>
        <pc:sldMkLst>
          <pc:docMk/>
          <pc:sldMk cId="1231989317" sldId="296"/>
        </pc:sldMkLst>
      </pc:sldChg>
      <pc:sldChg chg="addSp delSp modSp new mod">
        <pc:chgData name="Pratiksha Datir" userId="f6bc0e6a94cf4b74" providerId="LiveId" clId="{49FAF455-AB81-4D23-9E46-98491D21E4DD}" dt="2024-12-02T18:08:41.655" v="1448" actId="20577"/>
        <pc:sldMkLst>
          <pc:docMk/>
          <pc:sldMk cId="198062731" sldId="297"/>
        </pc:sldMkLst>
      </pc:sldChg>
      <pc:sldChg chg="delSp modSp new mod">
        <pc:chgData name="Pratiksha Datir" userId="f6bc0e6a94cf4b74" providerId="LiveId" clId="{49FAF455-AB81-4D23-9E46-98491D21E4DD}" dt="2024-12-03T09:19:03.082" v="1613" actId="15"/>
        <pc:sldMkLst>
          <pc:docMk/>
          <pc:sldMk cId="941434634" sldId="298"/>
        </pc:sldMkLst>
      </pc:sldChg>
      <pc:sldChg chg="delSp modSp new mod">
        <pc:chgData name="Pratiksha Datir" userId="f6bc0e6a94cf4b74" providerId="LiveId" clId="{49FAF455-AB81-4D23-9E46-98491D21E4DD}" dt="2024-12-03T09:19:24.733" v="1614" actId="255"/>
        <pc:sldMkLst>
          <pc:docMk/>
          <pc:sldMk cId="807356943" sldId="299"/>
        </pc:sldMkLst>
      </pc:sldChg>
      <pc:sldMasterChg chg="delSldLayout">
        <pc:chgData name="Pratiksha Datir" userId="f6bc0e6a94cf4b74" providerId="LiveId" clId="{49FAF455-AB81-4D23-9E46-98491D21E4DD}" dt="2024-12-02T17:58:37.079" v="1348" actId="47"/>
        <pc:sldMasterMkLst>
          <pc:docMk/>
          <pc:sldMasterMk cId="1928452137" sldId="2147483666"/>
        </pc:sldMasterMkLst>
        <pc:sldLayoutChg chg="del">
          <pc:chgData name="Pratiksha Datir" userId="f6bc0e6a94cf4b74" providerId="LiveId" clId="{49FAF455-AB81-4D23-9E46-98491D21E4DD}" dt="2024-12-02T17:58:33.596" v="1346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Pratiksha Datir" userId="f6bc0e6a94cf4b74" providerId="LiveId" clId="{49FAF455-AB81-4D23-9E46-98491D21E4DD}" dt="2024-12-02T17:58:37.079" v="1348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noProof="0" dirty="0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noProof="0" dirty="0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792511"/>
            <a:ext cx="5261811" cy="1768840"/>
          </a:xfrm>
        </p:spPr>
        <p:txBody>
          <a:bodyPr/>
          <a:lstStyle/>
          <a:p>
            <a:r>
              <a:rPr lang="en-US" sz="2000" dirty="0"/>
              <a:t>Principles and Concepts of OOP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/>
              <a:t>Pratiksha Datir.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14C9FC-AB62-4737-23D0-4B0006D00C12}"/>
              </a:ext>
            </a:extLst>
          </p:cNvPr>
          <p:cNvSpPr txBox="1"/>
          <p:nvPr/>
        </p:nvSpPr>
        <p:spPr>
          <a:xfrm>
            <a:off x="6096000" y="2465324"/>
            <a:ext cx="5446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i="1" dirty="0"/>
              <a:t>Object- Oriented Programming in Java</a:t>
            </a:r>
            <a:endParaRPr lang="en-IN" sz="3600" i="1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8" y="1154244"/>
            <a:ext cx="5531998" cy="1708878"/>
          </a:xfrm>
        </p:spPr>
        <p:txBody>
          <a:bodyPr>
            <a:normAutofit fontScale="9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br>
              <a:rPr lang="en-US" sz="3100" b="1" dirty="0"/>
            </a:br>
            <a:br>
              <a:rPr lang="en-US" b="1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FF1A22-BDCE-17CA-C4FF-353BD34C1FC4}"/>
              </a:ext>
            </a:extLst>
          </p:cNvPr>
          <p:cNvSpPr txBox="1"/>
          <p:nvPr/>
        </p:nvSpPr>
        <p:spPr>
          <a:xfrm>
            <a:off x="1493707" y="1903752"/>
            <a:ext cx="9204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CC79354-3961-D6B3-A317-1DE758970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078" y="1398015"/>
            <a:ext cx="903242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Introduction to OOP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 Principles of OOP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OOP Features in Java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Advantages of OOP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of OOP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322" y="659568"/>
            <a:ext cx="9293901" cy="1004340"/>
          </a:xfrm>
        </p:spPr>
        <p:txBody>
          <a:bodyPr>
            <a:normAutofit/>
          </a:bodyPr>
          <a:lstStyle/>
          <a:p>
            <a:pPr marL="514350" indent="-51435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OOP?</a:t>
            </a:r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CE3328-F9A7-3CBE-4D55-5EA8A6F86FAB}"/>
              </a:ext>
            </a:extLst>
          </p:cNvPr>
          <p:cNvSpPr txBox="1"/>
          <p:nvPr/>
        </p:nvSpPr>
        <p:spPr>
          <a:xfrm>
            <a:off x="3585148" y="4184754"/>
            <a:ext cx="3522688" cy="1364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1EC7C10E-E736-AD42-C137-5C2DEF3D3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8898" y="1774827"/>
            <a:ext cx="929390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programming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paradigm based on the concept of </a:t>
            </a:r>
            <a:r>
              <a:rPr lang="en-US" altLang="en-US" sz="2400" dirty="0">
                <a:latin typeface="Arial" panose="020B0604020202020204" pitchFamily="34" charset="0"/>
              </a:rPr>
              <a:t>“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objects”.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Objects: Entities containing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(fields)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(functions)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Encourages modularity and code reuse.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 pillars of OOP: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Encapsulation, Inheritance, Polymorphism, Abstraction. </a:t>
            </a:r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428" y="1013437"/>
            <a:ext cx="7180288" cy="870984"/>
          </a:xfrm>
        </p:spPr>
        <p:txBody>
          <a:bodyPr>
            <a:normAutofit fontScale="9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Principles of OOP </a:t>
            </a:r>
            <a:br>
              <a:rPr lang="en-US" b="1" dirty="0">
                <a:solidFill>
                  <a:schemeClr val="tx1"/>
                </a:solidFill>
              </a:rPr>
            </a:br>
            <a:br>
              <a:rPr lang="en-US" b="1" dirty="0">
                <a:solidFill>
                  <a:schemeClr val="tx1"/>
                </a:solidFill>
              </a:rPr>
            </a:b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0F62DC62-CC40-3C4B-A918-EBEBC7F14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5190" y="1872775"/>
            <a:ext cx="968542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Encapsulation: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Wrapping data and methods together into a single unit and restricting direct access using access modifiers.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private fields with public getter and setter methods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819ABE9-6440-5362-B5F0-DB6DB8186481}"/>
              </a:ext>
            </a:extLst>
          </p:cNvPr>
          <p:cNvSpPr txBox="1"/>
          <p:nvPr/>
        </p:nvSpPr>
        <p:spPr>
          <a:xfrm>
            <a:off x="1686296" y="1077346"/>
            <a:ext cx="966750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class Person { </a:t>
            </a: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private String name; // Private field </a:t>
            </a:r>
          </a:p>
          <a:p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public String getName() { 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    return name; 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} 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public void setName(String name){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     this.name = name; 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  }    </a:t>
            </a:r>
          </a:p>
          <a:p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31989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CF0A90-968E-1B0B-F3F0-4C9A4CAB69E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1405" y="444843"/>
            <a:ext cx="11071654" cy="6276632"/>
          </a:xfrm>
        </p:spPr>
        <p:txBody>
          <a:bodyPr>
            <a:normAutofit fontScale="9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Inheritance: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Mechanism to create a new class from an existing class.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Promotes code reuse.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Is-a relationship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Example: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Dog is-an Animal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class Animal { 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void sound() { 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System.out.println("Animals make sounds");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} 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} 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class Dog extends Animal { 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IN" dirty="0"/>
              <a:t>@Override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void sound() { 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System.out.println("Dogs bark"); 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} </a:t>
            </a:r>
          </a:p>
          <a:p>
            <a:pPr marL="457200" lvl="1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670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466726"/>
            <a:ext cx="5111750" cy="1122231"/>
          </a:xfrm>
        </p:spPr>
        <p:txBody>
          <a:bodyPr/>
          <a:lstStyle/>
          <a:p>
            <a:br>
              <a:rPr lang="en-US" b="1" dirty="0"/>
            </a:b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86CA0F6-C818-97BA-D5FD-3CE7C3497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5"/>
            <a:ext cx="5111750" cy="1525588"/>
          </a:xfrm>
        </p:spPr>
        <p:txBody>
          <a:bodyPr/>
          <a:lstStyle/>
          <a:p>
            <a:br>
              <a:rPr lang="en-US" b="1" dirty="0"/>
            </a:br>
            <a:endParaRPr 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2320B7A8-0D52-2B78-CB2C-615AC88CF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11" y="390746"/>
            <a:ext cx="11578389" cy="658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Polymorphism: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Ability of a method to behave differently based on the object or parameters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200" b="1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Calculator {    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// Method Overloading - same method name, but different parameter lists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int add(int a, int b) {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return a + b;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}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double add(double a, double b) {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return a + b;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}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86A329-39C7-CDDE-A564-72B6F9A4C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812" y="1842483"/>
            <a:ext cx="784458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   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Method Overloading (Compile-time Polymorphism)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  Method Overriding (Runtime Polymorphism)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69F12F-85C8-802F-F4DD-232048EF02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200" y="660400"/>
            <a:ext cx="10787743" cy="569595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marL="457200" lvl="1" indent="0"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//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Method Overriding -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same method name, same parameter lists </a:t>
            </a: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class Account {</a:t>
            </a: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void calculateInterest() {</a:t>
            </a: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System.out.println("Calculating general interest");</a:t>
            </a: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457200" lvl="1" indent="0">
              <a:buNone/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class SavingsAccount extends Account {</a:t>
            </a: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@Override</a:t>
            </a: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void calculateInterest() {</a:t>
            </a: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    System.out.println("Calculating savings account interest");</a:t>
            </a: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457200" lvl="1" indent="0">
              <a:buNone/>
            </a:pPr>
            <a:r>
              <a:rPr lang="en-IN" sz="22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7886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8201" y="300789"/>
            <a:ext cx="10960099" cy="6303211"/>
          </a:xfrm>
        </p:spPr>
        <p:txBody>
          <a:bodyPr>
            <a:normAutofit lnSpcReduction="10000"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4. Abstraction: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 </a:t>
            </a:r>
          </a:p>
          <a:p>
            <a:r>
              <a:rPr lang="en-US" sz="2200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200" b="1" noProof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Mobile Phone  </a:t>
            </a:r>
          </a:p>
          <a:p>
            <a:pPr marL="457200" lvl="1" indent="0">
              <a:buNone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we make a phone call, we just dial a number and press call.</a:t>
            </a:r>
            <a:b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We don’t know how signals are transmitted through towers and networks.</a:t>
            </a:r>
            <a:b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The complex system is </a:t>
            </a:r>
            <a:r>
              <a:rPr lang="en-US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hidden.</a:t>
            </a:r>
          </a:p>
          <a:p>
            <a:pPr marL="457200" lvl="1" indent="0">
              <a:buNone/>
            </a:pP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2. ATM Machine</a:t>
            </a:r>
          </a:p>
          <a:p>
            <a:pPr marL="914400" lvl="1" indent="-457200">
              <a:buAutoNum type="arabicPeriod"/>
            </a:pPr>
            <a:endParaRPr lang="en-US" sz="220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E37BC73-6047-A6C9-6F97-F23C85334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6904" y="1152854"/>
            <a:ext cx="8710195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Focuses on “what to do” rather than “how to do”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Simplifies interaction with complex systems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Implemented in Java using abstract classes and interfaces</a:t>
            </a:r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4A21D8-D279-2F19-B41B-6633BFB0DA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986589" y="673768"/>
            <a:ext cx="10855640" cy="5682582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OOP FEATURES IN JAVA</a:t>
            </a: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2EEFBF7-3E80-D39A-7362-C8DF67CAB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9154" y="1296699"/>
            <a:ext cx="9779899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1. Classes and Objects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Class: Blueprint for creating objects.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Object: Instance of a class.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2. Constructors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Special methods to initialize objects.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3. Access Modifiers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Control visibility (e.g.,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private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public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 Unicode MS"/>
              </a:rPr>
              <a:t>protected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4. Interfaces and Abstract Classes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Interfaces: Define a contract with no implementation.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Abstract Classes: Provide partial implementation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62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6845-4445-1524-513E-6A11C0E7F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9370" y="884420"/>
            <a:ext cx="9863528" cy="479685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ADVANTAGES</a:t>
            </a:r>
            <a:r>
              <a:rPr lang="en-IN" sz="2800" b="1" dirty="0">
                <a:solidFill>
                  <a:schemeClr val="tx1"/>
                </a:solidFill>
              </a:rPr>
              <a:t> </a:t>
            </a:r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OOP</a:t>
            </a:r>
          </a:p>
          <a:p>
            <a:endParaRPr lang="en-IN" sz="2800" b="1" dirty="0"/>
          </a:p>
          <a:p>
            <a:pPr lvl="1"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Modularity: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Easy to debug and maintain.</a:t>
            </a:r>
          </a:p>
          <a:p>
            <a:pPr marL="971550" lvl="1" indent="-514350">
              <a:buFont typeface="+mj-lt"/>
              <a:buAutoNum type="arabicPeriod"/>
            </a:pP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Reusability: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 existing code through inheritance.</a:t>
            </a:r>
          </a:p>
          <a:p>
            <a:pPr marL="971550" lvl="1" indent="-514350">
              <a:buFont typeface="+mj-lt"/>
              <a:buAutoNum type="arabicPeriod"/>
            </a:pP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Flexibility: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Polymorphism simplifies code extensibility.</a:t>
            </a:r>
          </a:p>
          <a:p>
            <a:pPr marL="971550" lvl="1" indent="-514350">
              <a:buFont typeface="+mj-lt"/>
              <a:buAutoNum type="arabicPeriod"/>
            </a:pPr>
            <a:endParaRPr lang="en-IN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Security: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Encapsulation protects sensitive data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1434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583154-8B17-9F19-F9F2-623E5812D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9016" y="1109272"/>
            <a:ext cx="7764905" cy="421223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OF OOP</a:t>
            </a:r>
          </a:p>
          <a:p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 Development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Graphical User Interfaces (GUIs) </a:t>
            </a: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Applications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Systems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I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 Applications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356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752314-326B-C161-14DE-4A3F5378749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167063" y="901700"/>
            <a:ext cx="10186735" cy="49323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  <a:p>
            <a:pPr marL="0" indent="0"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OOP is the core foundation of Java development</a:t>
            </a:r>
          </a:p>
          <a:p>
            <a:pPr marL="457200" lvl="1" indent="0">
              <a:buNone/>
            </a:pP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enables modular, reusable, and secure code</a:t>
            </a:r>
          </a:p>
          <a:p>
            <a:pPr marL="457200" lvl="1" indent="0">
              <a:buNone/>
            </a:pP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principle contributes to structured and maintainable software</a:t>
            </a:r>
          </a:p>
          <a:p>
            <a:pPr marL="457200" lvl="1" indent="0">
              <a:buNone/>
            </a:pP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OOP is widely used in enterprise, backend, and real-world systems</a:t>
            </a:r>
          </a:p>
          <a:p>
            <a:pPr marL="457200" lvl="1" indent="0">
              <a:buNone/>
            </a:pP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understanding of OOP is essential for every Java developer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610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91000" cy="1813264"/>
          </a:xfrm>
        </p:spPr>
        <p:txBody>
          <a:bodyPr/>
          <a:lstStyle/>
          <a:p>
            <a:r>
              <a:rPr lang="en-US" sz="3600" dirty="0">
                <a:latin typeface="Algerian" panose="04020705040A02060702" pitchFamily="82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706</TotalTime>
  <Words>658</Words>
  <Application>Microsoft Office PowerPoint</Application>
  <PresentationFormat>Widescreen</PresentationFormat>
  <Paragraphs>172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Algerian</vt:lpstr>
      <vt:lpstr>Arial</vt:lpstr>
      <vt:lpstr>Arial Unicode MS</vt:lpstr>
      <vt:lpstr>Calibri</vt:lpstr>
      <vt:lpstr>Tenorite</vt:lpstr>
      <vt:lpstr>Monoline</vt:lpstr>
      <vt:lpstr>PowerPoint Presentation</vt:lpstr>
      <vt:lpstr>Agenda    </vt:lpstr>
      <vt:lpstr>What is OOP?</vt:lpstr>
      <vt:lpstr>Key Principles of OOP   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Pratiksha Datir</dc:creator>
  <cp:lastModifiedBy>Pratiksha Datir</cp:lastModifiedBy>
  <cp:revision>1</cp:revision>
  <dcterms:created xsi:type="dcterms:W3CDTF">2024-12-02T13:34:26Z</dcterms:created>
  <dcterms:modified xsi:type="dcterms:W3CDTF">2026-02-11T08:28:16Z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