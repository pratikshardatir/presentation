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7" r:id="rId6"/>
    <p:sldId id="262" r:id="rId7"/>
    <p:sldId id="289" r:id="rId8"/>
    <p:sldId id="296" r:id="rId9"/>
    <p:sldId id="295" r:id="rId10"/>
    <p:sldId id="264" r:id="rId11"/>
    <p:sldId id="278" r:id="rId12"/>
    <p:sldId id="297" r:id="rId13"/>
    <p:sldId id="298" r:id="rId14"/>
    <p:sldId id="299" r:id="rId15"/>
    <p:sldId id="27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661" autoAdjust="0"/>
  </p:normalViewPr>
  <p:slideViewPr>
    <p:cSldViewPr snapToGrid="0">
      <p:cViewPr>
        <p:scale>
          <a:sx n="83" d="100"/>
          <a:sy n="83" d="100"/>
        </p:scale>
        <p:origin x="246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tiksha Datir" userId="f6bc0e6a94cf4b74" providerId="LiveId" clId="{49FAF455-AB81-4D23-9E46-98491D21E4DD}"/>
    <pc:docChg chg="undo custSel addSld delSld modSld">
      <pc:chgData name="Pratiksha Datir" userId="f6bc0e6a94cf4b74" providerId="LiveId" clId="{49FAF455-AB81-4D23-9E46-98491D21E4DD}" dt="2024-12-03T09:19:24.733" v="1614" actId="255"/>
      <pc:docMkLst>
        <pc:docMk/>
      </pc:docMkLst>
      <pc:sldChg chg="addSp delSp modSp mod">
        <pc:chgData name="Pratiksha Datir" userId="f6bc0e6a94cf4b74" providerId="LiveId" clId="{49FAF455-AB81-4D23-9E46-98491D21E4DD}" dt="2024-12-02T16:46:32.391" v="393" actId="20577"/>
        <pc:sldMkLst>
          <pc:docMk/>
          <pc:sldMk cId="1642425379" sldId="256"/>
        </pc:sldMkLst>
        <pc:spChg chg="mod">
          <ac:chgData name="Pratiksha Datir" userId="f6bc0e6a94cf4b74" providerId="LiveId" clId="{49FAF455-AB81-4D23-9E46-98491D21E4DD}" dt="2024-12-02T13:45:09.752" v="56" actId="255"/>
          <ac:spMkLst>
            <pc:docMk/>
            <pc:sldMk cId="1642425379" sldId="256"/>
            <ac:spMk id="3" creationId="{1901B20D-4C28-4DA3-ABBD-718C22A5E58B}"/>
          </ac:spMkLst>
        </pc:spChg>
        <pc:spChg chg="del mod">
          <ac:chgData name="Pratiksha Datir" userId="f6bc0e6a94cf4b74" providerId="LiveId" clId="{49FAF455-AB81-4D23-9E46-98491D21E4DD}" dt="2024-12-02T16:44:53.129" v="383" actId="478"/>
          <ac:spMkLst>
            <pc:docMk/>
            <pc:sldMk cId="1642425379" sldId="256"/>
            <ac:spMk id="5" creationId="{9055D2F4-6A38-4D4D-34E2-D0596D8C1D5B}"/>
          </ac:spMkLst>
        </pc:spChg>
        <pc:spChg chg="add del mod">
          <ac:chgData name="Pratiksha Datir" userId="f6bc0e6a94cf4b74" providerId="LiveId" clId="{49FAF455-AB81-4D23-9E46-98491D21E4DD}" dt="2024-12-02T16:44:59.594" v="384" actId="478"/>
          <ac:spMkLst>
            <pc:docMk/>
            <pc:sldMk cId="1642425379" sldId="256"/>
            <ac:spMk id="7" creationId="{E975C028-5C0C-8440-381A-E66B0427C592}"/>
          </ac:spMkLst>
        </pc:spChg>
        <pc:spChg chg="add mod">
          <ac:chgData name="Pratiksha Datir" userId="f6bc0e6a94cf4b74" providerId="LiveId" clId="{49FAF455-AB81-4D23-9E46-98491D21E4DD}" dt="2024-12-02T16:46:32.391" v="393" actId="20577"/>
          <ac:spMkLst>
            <pc:docMk/>
            <pc:sldMk cId="1642425379" sldId="256"/>
            <ac:spMk id="8" creationId="{5B14C9FC-AB62-4737-23D0-4B0006D00C12}"/>
          </ac:spMkLst>
        </pc:spChg>
      </pc:sldChg>
      <pc:sldChg chg="addSp delSp modSp del mod">
        <pc:chgData name="Pratiksha Datir" userId="f6bc0e6a94cf4b74" providerId="LiveId" clId="{49FAF455-AB81-4D23-9E46-98491D21E4DD}" dt="2024-12-02T17:25:31.465" v="1043" actId="47"/>
        <pc:sldMkLst>
          <pc:docMk/>
          <pc:sldMk cId="707789176" sldId="258"/>
        </pc:sldMkLst>
        <pc:spChg chg="del">
          <ac:chgData name="Pratiksha Datir" userId="f6bc0e6a94cf4b74" providerId="LiveId" clId="{49FAF455-AB81-4D23-9E46-98491D21E4DD}" dt="2024-12-02T17:25:11.119" v="1038" actId="478"/>
          <ac:spMkLst>
            <pc:docMk/>
            <pc:sldMk cId="707789176" sldId="258"/>
            <ac:spMk id="2" creationId="{A29DE7F2-E890-4744-88DD-A75F5E300513}"/>
          </ac:spMkLst>
        </pc:spChg>
        <pc:spChg chg="add del mod">
          <ac:chgData name="Pratiksha Datir" userId="f6bc0e6a94cf4b74" providerId="LiveId" clId="{49FAF455-AB81-4D23-9E46-98491D21E4DD}" dt="2024-12-02T17:25:14.160" v="1039" actId="478"/>
          <ac:spMkLst>
            <pc:docMk/>
            <pc:sldMk cId="707789176" sldId="258"/>
            <ac:spMk id="4" creationId="{0D826522-0F7D-6AAB-E5CD-5B36E089679A}"/>
          </ac:spMkLst>
        </pc:spChg>
        <pc:spChg chg="add mod">
          <ac:chgData name="Pratiksha Datir" userId="f6bc0e6a94cf4b74" providerId="LiveId" clId="{49FAF455-AB81-4D23-9E46-98491D21E4DD}" dt="2024-12-02T17:25:25.560" v="1042" actId="6549"/>
          <ac:spMkLst>
            <pc:docMk/>
            <pc:sldMk cId="707789176" sldId="258"/>
            <ac:spMk id="5" creationId="{08DDD200-2108-D77F-28DF-2DB49970FCA3}"/>
          </ac:spMkLst>
        </pc:spChg>
      </pc:sldChg>
      <pc:sldChg chg="del">
        <pc:chgData name="Pratiksha Datir" userId="f6bc0e6a94cf4b74" providerId="LiveId" clId="{49FAF455-AB81-4D23-9E46-98491D21E4DD}" dt="2024-12-02T17:58:39.443" v="1350" actId="47"/>
        <pc:sldMkLst>
          <pc:docMk/>
          <pc:sldMk cId="566997565" sldId="260"/>
        </pc:sldMkLst>
      </pc:sldChg>
      <pc:sldChg chg="addSp delSp modSp del mod">
        <pc:chgData name="Pratiksha Datir" userId="f6bc0e6a94cf4b74" providerId="LiveId" clId="{49FAF455-AB81-4D23-9E46-98491D21E4DD}" dt="2024-12-02T13:47:20.394" v="74" actId="2696"/>
        <pc:sldMkLst>
          <pc:docMk/>
          <pc:sldMk cId="1738561688" sldId="261"/>
        </pc:sldMkLst>
        <pc:spChg chg="del mod">
          <ac:chgData name="Pratiksha Datir" userId="f6bc0e6a94cf4b74" providerId="LiveId" clId="{49FAF455-AB81-4D23-9E46-98491D21E4DD}" dt="2024-12-02T13:46:40.662" v="69" actId="21"/>
          <ac:spMkLst>
            <pc:docMk/>
            <pc:sldMk cId="1738561688" sldId="261"/>
            <ac:spMk id="3" creationId="{7D779DE4-CAEA-4617-897E-FEC9A2AC2D6A}"/>
          </ac:spMkLst>
        </pc:spChg>
        <pc:spChg chg="del">
          <ac:chgData name="Pratiksha Datir" userId="f6bc0e6a94cf4b74" providerId="LiveId" clId="{49FAF455-AB81-4D23-9E46-98491D21E4DD}" dt="2024-12-02T13:47:04.615" v="72" actId="21"/>
          <ac:spMkLst>
            <pc:docMk/>
            <pc:sldMk cId="1738561688" sldId="261"/>
            <ac:spMk id="4" creationId="{F5FF1291-56EB-4A7B-A198-1D91F9ECC5D3}"/>
          </ac:spMkLst>
        </pc:spChg>
        <pc:spChg chg="del">
          <ac:chgData name="Pratiksha Datir" userId="f6bc0e6a94cf4b74" providerId="LiveId" clId="{49FAF455-AB81-4D23-9E46-98491D21E4DD}" dt="2024-12-02T13:46:49.566" v="70" actId="21"/>
          <ac:spMkLst>
            <pc:docMk/>
            <pc:sldMk cId="1738561688" sldId="261"/>
            <ac:spMk id="8" creationId="{B46CE8C6-E12D-4A0D-8553-7FFA31941D56}"/>
          </ac:spMkLst>
        </pc:spChg>
        <pc:spChg chg="add del mod">
          <ac:chgData name="Pratiksha Datir" userId="f6bc0e6a94cf4b74" providerId="LiveId" clId="{49FAF455-AB81-4D23-9E46-98491D21E4DD}" dt="2024-12-02T13:46:54.625" v="71" actId="21"/>
          <ac:spMkLst>
            <pc:docMk/>
            <pc:sldMk cId="1738561688" sldId="261"/>
            <ac:spMk id="15" creationId="{90D93058-DF01-AEB9-719A-EAC4D62FF24D}"/>
          </ac:spMkLst>
        </pc:spChg>
        <pc:spChg chg="add del mod">
          <ac:chgData name="Pratiksha Datir" userId="f6bc0e6a94cf4b74" providerId="LiveId" clId="{49FAF455-AB81-4D23-9E46-98491D21E4DD}" dt="2024-12-02T13:47:09.048" v="73" actId="21"/>
          <ac:spMkLst>
            <pc:docMk/>
            <pc:sldMk cId="1738561688" sldId="261"/>
            <ac:spMk id="17" creationId="{B8020BEC-6F70-406B-FD4B-ED3680962B65}"/>
          </ac:spMkLst>
        </pc:spChg>
      </pc:sldChg>
      <pc:sldChg chg="addSp delSp modSp mod">
        <pc:chgData name="Pratiksha Datir" userId="f6bc0e6a94cf4b74" providerId="LiveId" clId="{49FAF455-AB81-4D23-9E46-98491D21E4DD}" dt="2024-12-02T18:03:18.103" v="1394" actId="2711"/>
        <pc:sldMkLst>
          <pc:docMk/>
          <pc:sldMk cId="1593920805" sldId="262"/>
        </pc:sldMkLst>
        <pc:spChg chg="del mod">
          <ac:chgData name="Pratiksha Datir" userId="f6bc0e6a94cf4b74" providerId="LiveId" clId="{49FAF455-AB81-4D23-9E46-98491D21E4DD}" dt="2024-12-02T13:50:53.459" v="103"/>
          <ac:spMkLst>
            <pc:docMk/>
            <pc:sldMk cId="1593920805" sldId="262"/>
            <ac:spMk id="2" creationId="{75031FE9-9059-4FE8-B4AC-9771F23A1B89}"/>
          </ac:spMkLst>
        </pc:spChg>
        <pc:spChg chg="del">
          <ac:chgData name="Pratiksha Datir" userId="f6bc0e6a94cf4b74" providerId="LiveId" clId="{49FAF455-AB81-4D23-9E46-98491D21E4DD}" dt="2024-12-02T13:47:35.673" v="75" actId="21"/>
          <ac:spMkLst>
            <pc:docMk/>
            <pc:sldMk cId="1593920805" sldId="262"/>
            <ac:spMk id="3" creationId="{D4A2EB3F-4D60-451F-8F45-7D6654D2FCD9}"/>
          </ac:spMkLst>
        </pc:spChg>
        <pc:spChg chg="del">
          <ac:chgData name="Pratiksha Datir" userId="f6bc0e6a94cf4b74" providerId="LiveId" clId="{49FAF455-AB81-4D23-9E46-98491D21E4DD}" dt="2024-12-02T13:49:43.303" v="81" actId="21"/>
          <ac:spMkLst>
            <pc:docMk/>
            <pc:sldMk cId="1593920805" sldId="262"/>
            <ac:spMk id="4" creationId="{AC1C80FB-53F9-42EE-B1E6-D0F998EC5DFA}"/>
          </ac:spMkLst>
        </pc:spChg>
        <pc:spChg chg="del">
          <ac:chgData name="Pratiksha Datir" userId="f6bc0e6a94cf4b74" providerId="LiveId" clId="{49FAF455-AB81-4D23-9E46-98491D21E4DD}" dt="2024-12-02T13:47:45.632" v="78" actId="21"/>
          <ac:spMkLst>
            <pc:docMk/>
            <pc:sldMk cId="1593920805" sldId="262"/>
            <ac:spMk id="5" creationId="{E81BA2B5-6A90-4204-ABDD-7183FBB03A02}"/>
          </ac:spMkLst>
        </pc:spChg>
        <pc:spChg chg="del">
          <ac:chgData name="Pratiksha Datir" userId="f6bc0e6a94cf4b74" providerId="LiveId" clId="{49FAF455-AB81-4D23-9E46-98491D21E4DD}" dt="2024-12-02T13:50:03.960" v="83" actId="21"/>
          <ac:spMkLst>
            <pc:docMk/>
            <pc:sldMk cId="1593920805" sldId="262"/>
            <ac:spMk id="6" creationId="{7E7D4C34-22A0-4D54-A07D-E1E9A11463E5}"/>
          </ac:spMkLst>
        </pc:spChg>
        <pc:spChg chg="del">
          <ac:chgData name="Pratiksha Datir" userId="f6bc0e6a94cf4b74" providerId="LiveId" clId="{49FAF455-AB81-4D23-9E46-98491D21E4DD}" dt="2024-12-02T13:50:33.438" v="90" actId="21"/>
          <ac:spMkLst>
            <pc:docMk/>
            <pc:sldMk cId="1593920805" sldId="262"/>
            <ac:spMk id="7" creationId="{301D392D-FB66-47A0-B628-5ADE822A2CFF}"/>
          </ac:spMkLst>
        </pc:spChg>
        <pc:spChg chg="del">
          <ac:chgData name="Pratiksha Datir" userId="f6bc0e6a94cf4b74" providerId="LiveId" clId="{49FAF455-AB81-4D23-9E46-98491D21E4DD}" dt="2024-12-02T13:50:44.745" v="93" actId="21"/>
          <ac:spMkLst>
            <pc:docMk/>
            <pc:sldMk cId="1593920805" sldId="262"/>
            <ac:spMk id="8" creationId="{51C26CE0-2506-4B44-A26F-C12BFA5B18B5}"/>
          </ac:spMkLst>
        </pc:spChg>
        <pc:spChg chg="del">
          <ac:chgData name="Pratiksha Datir" userId="f6bc0e6a94cf4b74" providerId="LiveId" clId="{49FAF455-AB81-4D23-9E46-98491D21E4DD}" dt="2024-12-02T13:50:14.682" v="85" actId="21"/>
          <ac:spMkLst>
            <pc:docMk/>
            <pc:sldMk cId="1593920805" sldId="262"/>
            <ac:spMk id="9" creationId="{868F40F8-BF35-45E9-B3DD-5436362D746E}"/>
          </ac:spMkLst>
        </pc:spChg>
        <pc:spChg chg="del">
          <ac:chgData name="Pratiksha Datir" userId="f6bc0e6a94cf4b74" providerId="LiveId" clId="{49FAF455-AB81-4D23-9E46-98491D21E4DD}" dt="2024-12-02T13:50:24.005" v="88" actId="21"/>
          <ac:spMkLst>
            <pc:docMk/>
            <pc:sldMk cId="1593920805" sldId="262"/>
            <ac:spMk id="10" creationId="{7F39C97C-2DDC-4706-B96C-B02FAE53A426}"/>
          </ac:spMkLst>
        </pc:spChg>
        <pc:spChg chg="add del mod">
          <ac:chgData name="Pratiksha Datir" userId="f6bc0e6a94cf4b74" providerId="LiveId" clId="{49FAF455-AB81-4D23-9E46-98491D21E4DD}" dt="2024-12-02T13:47:39.871" v="77" actId="21"/>
          <ac:spMkLst>
            <pc:docMk/>
            <pc:sldMk cId="1593920805" sldId="262"/>
            <ac:spMk id="12" creationId="{1AFFCAF3-B8F7-8017-4158-EED6CE1AC46D}"/>
          </ac:spMkLst>
        </pc:spChg>
        <pc:spChg chg="add del mod">
          <ac:chgData name="Pratiksha Datir" userId="f6bc0e6a94cf4b74" providerId="LiveId" clId="{49FAF455-AB81-4D23-9E46-98491D21E4DD}" dt="2024-12-02T13:48:50.779" v="80" actId="21"/>
          <ac:spMkLst>
            <pc:docMk/>
            <pc:sldMk cId="1593920805" sldId="262"/>
            <ac:spMk id="14" creationId="{A9ECC9A5-9F7A-1B8E-9E99-F6F3626C1978}"/>
          </ac:spMkLst>
        </pc:spChg>
        <pc:spChg chg="add del mod">
          <ac:chgData name="Pratiksha Datir" userId="f6bc0e6a94cf4b74" providerId="LiveId" clId="{49FAF455-AB81-4D23-9E46-98491D21E4DD}" dt="2024-12-02T13:49:54.707" v="82" actId="21"/>
          <ac:spMkLst>
            <pc:docMk/>
            <pc:sldMk cId="1593920805" sldId="262"/>
            <ac:spMk id="16" creationId="{94A22E9B-3882-720C-AC04-327791141A2C}"/>
          </ac:spMkLst>
        </pc:spChg>
        <pc:spChg chg="add del mod">
          <ac:chgData name="Pratiksha Datir" userId="f6bc0e6a94cf4b74" providerId="LiveId" clId="{49FAF455-AB81-4D23-9E46-98491D21E4DD}" dt="2024-12-02T13:50:10.030" v="84" actId="21"/>
          <ac:spMkLst>
            <pc:docMk/>
            <pc:sldMk cId="1593920805" sldId="262"/>
            <ac:spMk id="18" creationId="{008254E9-6469-9AA3-AFC4-45FC1A05EE34}"/>
          </ac:spMkLst>
        </pc:spChg>
        <pc:spChg chg="add del mod">
          <ac:chgData name="Pratiksha Datir" userId="f6bc0e6a94cf4b74" providerId="LiveId" clId="{49FAF455-AB81-4D23-9E46-98491D21E4DD}" dt="2024-12-02T13:50:18.381" v="87" actId="21"/>
          <ac:spMkLst>
            <pc:docMk/>
            <pc:sldMk cId="1593920805" sldId="262"/>
            <ac:spMk id="20" creationId="{5E71A714-06EC-219D-0009-74DF04804389}"/>
          </ac:spMkLst>
        </pc:spChg>
        <pc:spChg chg="add del mod">
          <ac:chgData name="Pratiksha Datir" userId="f6bc0e6a94cf4b74" providerId="LiveId" clId="{49FAF455-AB81-4D23-9E46-98491D21E4DD}" dt="2024-12-02T13:50:28.405" v="89" actId="21"/>
          <ac:spMkLst>
            <pc:docMk/>
            <pc:sldMk cId="1593920805" sldId="262"/>
            <ac:spMk id="22" creationId="{C16F04E6-0A7B-7DD3-7AD1-FF6B41668501}"/>
          </ac:spMkLst>
        </pc:spChg>
        <pc:spChg chg="add del mod">
          <ac:chgData name="Pratiksha Datir" userId="f6bc0e6a94cf4b74" providerId="LiveId" clId="{49FAF455-AB81-4D23-9E46-98491D21E4DD}" dt="2024-12-02T13:50:37.591" v="92" actId="21"/>
          <ac:spMkLst>
            <pc:docMk/>
            <pc:sldMk cId="1593920805" sldId="262"/>
            <ac:spMk id="24" creationId="{E07591E5-2F4D-0C83-1E24-1C81CCCF21DB}"/>
          </ac:spMkLst>
        </pc:spChg>
        <pc:spChg chg="add del mod">
          <ac:chgData name="Pratiksha Datir" userId="f6bc0e6a94cf4b74" providerId="LiveId" clId="{49FAF455-AB81-4D23-9E46-98491D21E4DD}" dt="2024-12-02T13:50:47.224" v="94" actId="478"/>
          <ac:spMkLst>
            <pc:docMk/>
            <pc:sldMk cId="1593920805" sldId="262"/>
            <ac:spMk id="26" creationId="{3BE0E22C-68E3-598C-855C-E4FD65DEF2D8}"/>
          </ac:spMkLst>
        </pc:spChg>
        <pc:spChg chg="add mod">
          <ac:chgData name="Pratiksha Datir" userId="f6bc0e6a94cf4b74" providerId="LiveId" clId="{49FAF455-AB81-4D23-9E46-98491D21E4DD}" dt="2024-12-02T18:03:18.103" v="1394" actId="2711"/>
          <ac:spMkLst>
            <pc:docMk/>
            <pc:sldMk cId="1593920805" sldId="262"/>
            <ac:spMk id="27" creationId="{51C26CE0-2506-4B44-A26F-C12BFA5B18B5}"/>
          </ac:spMkLst>
        </pc:spChg>
        <pc:spChg chg="add del mod">
          <ac:chgData name="Pratiksha Datir" userId="f6bc0e6a94cf4b74" providerId="LiveId" clId="{49FAF455-AB81-4D23-9E46-98491D21E4DD}" dt="2024-12-02T14:04:57.128" v="221"/>
          <ac:spMkLst>
            <pc:docMk/>
            <pc:sldMk cId="1593920805" sldId="262"/>
            <ac:spMk id="28" creationId="{1804673A-31DA-714A-5E53-5A51F7907F3E}"/>
          </ac:spMkLst>
        </pc:spChg>
        <pc:spChg chg="add mod">
          <ac:chgData name="Pratiksha Datir" userId="f6bc0e6a94cf4b74" providerId="LiveId" clId="{49FAF455-AB81-4D23-9E46-98491D21E4DD}" dt="2024-12-02T14:04:47.391" v="218"/>
          <ac:spMkLst>
            <pc:docMk/>
            <pc:sldMk cId="1593920805" sldId="262"/>
            <ac:spMk id="29" creationId="{3ECE3328-F9A7-3CBE-4D55-5EA8A6F86FAB}"/>
          </ac:spMkLst>
        </pc:spChg>
        <pc:spChg chg="add del mod">
          <ac:chgData name="Pratiksha Datir" userId="f6bc0e6a94cf4b74" providerId="LiveId" clId="{49FAF455-AB81-4D23-9E46-98491D21E4DD}" dt="2024-12-02T16:47:48.247" v="401"/>
          <ac:spMkLst>
            <pc:docMk/>
            <pc:sldMk cId="1593920805" sldId="262"/>
            <ac:spMk id="30" creationId="{D1F0CE36-8E47-C37E-2771-69AE82196665}"/>
          </ac:spMkLst>
        </pc:spChg>
        <pc:spChg chg="add del mod">
          <ac:chgData name="Pratiksha Datir" userId="f6bc0e6a94cf4b74" providerId="LiveId" clId="{49FAF455-AB81-4D23-9E46-98491D21E4DD}" dt="2024-12-02T16:48:17.785" v="405" actId="478"/>
          <ac:spMkLst>
            <pc:docMk/>
            <pc:sldMk cId="1593920805" sldId="262"/>
            <ac:spMk id="31" creationId="{E1EA2ADE-D8BD-73D2-2EEA-963CD8C5434B}"/>
          </ac:spMkLst>
        </pc:spChg>
        <pc:spChg chg="add del mod">
          <ac:chgData name="Pratiksha Datir" userId="f6bc0e6a94cf4b74" providerId="LiveId" clId="{49FAF455-AB81-4D23-9E46-98491D21E4DD}" dt="2024-12-02T16:49:25.902" v="421"/>
          <ac:spMkLst>
            <pc:docMk/>
            <pc:sldMk cId="1593920805" sldId="262"/>
            <ac:spMk id="32" creationId="{283D3245-8308-4873-0752-B928027F2428}"/>
          </ac:spMkLst>
        </pc:spChg>
        <pc:spChg chg="add mod">
          <ac:chgData name="Pratiksha Datir" userId="f6bc0e6a94cf4b74" providerId="LiveId" clId="{49FAF455-AB81-4D23-9E46-98491D21E4DD}" dt="2024-12-02T17:54:20.241" v="1333" actId="207"/>
          <ac:spMkLst>
            <pc:docMk/>
            <pc:sldMk cId="1593920805" sldId="262"/>
            <ac:spMk id="33" creationId="{1EC7C10E-E736-AD42-C137-5C2DEF3D3901}"/>
          </ac:spMkLst>
        </pc:spChg>
        <pc:spChg chg="del">
          <ac:chgData name="Pratiksha Datir" userId="f6bc0e6a94cf4b74" providerId="LiveId" clId="{49FAF455-AB81-4D23-9E46-98491D21E4DD}" dt="2024-12-02T13:53:37.823" v="140" actId="21"/>
          <ac:spMkLst>
            <pc:docMk/>
            <pc:sldMk cId="1593920805" sldId="262"/>
            <ac:spMk id="80" creationId="{BC1F9D86-85D8-4FD0-B0D3-47D778722782}"/>
          </ac:spMkLst>
        </pc:spChg>
        <pc:spChg chg="del mod">
          <ac:chgData name="Pratiksha Datir" userId="f6bc0e6a94cf4b74" providerId="LiveId" clId="{49FAF455-AB81-4D23-9E46-98491D21E4DD}" dt="2024-12-02T13:53:25.639" v="139" actId="21"/>
          <ac:spMkLst>
            <pc:docMk/>
            <pc:sldMk cId="1593920805" sldId="262"/>
            <ac:spMk id="81" creationId="{E94F1D24-E4A1-4B59-B57E-A28453963B88}"/>
          </ac:spMkLst>
        </pc:spChg>
      </pc:sldChg>
      <pc:sldChg chg="addSp delSp modSp mod">
        <pc:chgData name="Pratiksha Datir" userId="f6bc0e6a94cf4b74" providerId="LiveId" clId="{49FAF455-AB81-4D23-9E46-98491D21E4DD}" dt="2024-12-02T17:40:25.471" v="1216" actId="14100"/>
        <pc:sldMkLst>
          <pc:docMk/>
          <pc:sldMk cId="1346372204" sldId="264"/>
        </pc:sldMkLst>
        <pc:spChg chg="del mod">
          <ac:chgData name="Pratiksha Datir" userId="f6bc0e6a94cf4b74" providerId="LiveId" clId="{49FAF455-AB81-4D23-9E46-98491D21E4DD}" dt="2024-12-02T16:59:16.227" v="541" actId="21"/>
          <ac:spMkLst>
            <pc:docMk/>
            <pc:sldMk cId="1346372204" sldId="264"/>
            <ac:spMk id="2" creationId="{537E1C88-627C-4655-A4FB-0BB02EDB078A}"/>
          </ac:spMkLst>
        </pc:spChg>
        <pc:spChg chg="del mod">
          <ac:chgData name="Pratiksha Datir" userId="f6bc0e6a94cf4b74" providerId="LiveId" clId="{49FAF455-AB81-4D23-9E46-98491D21E4DD}" dt="2024-12-02T16:59:36.317" v="544" actId="478"/>
          <ac:spMkLst>
            <pc:docMk/>
            <pc:sldMk cId="1346372204" sldId="264"/>
            <ac:spMk id="3" creationId="{033634FE-ADF0-4BC3-A0A9-447EA9DD096B}"/>
          </ac:spMkLst>
        </pc:spChg>
        <pc:spChg chg="add del mod">
          <ac:chgData name="Pratiksha Datir" userId="f6bc0e6a94cf4b74" providerId="LiveId" clId="{49FAF455-AB81-4D23-9E46-98491D21E4DD}" dt="2024-12-02T16:59:21.630" v="542" actId="478"/>
          <ac:spMkLst>
            <pc:docMk/>
            <pc:sldMk cId="1346372204" sldId="264"/>
            <ac:spMk id="8" creationId="{1036EAF5-F9FA-C7DE-104C-4DA3E57A7034}"/>
          </ac:spMkLst>
        </pc:spChg>
        <pc:spChg chg="add mod">
          <ac:chgData name="Pratiksha Datir" userId="f6bc0e6a94cf4b74" providerId="LiveId" clId="{49FAF455-AB81-4D23-9E46-98491D21E4DD}" dt="2024-12-02T16:59:30.037" v="543"/>
          <ac:spMkLst>
            <pc:docMk/>
            <pc:sldMk cId="1346372204" sldId="264"/>
            <ac:spMk id="9" creationId="{537E1C88-627C-4655-A4FB-0BB02EDB078A}"/>
          </ac:spMkLst>
        </pc:spChg>
        <pc:spChg chg="add del mod">
          <ac:chgData name="Pratiksha Datir" userId="f6bc0e6a94cf4b74" providerId="LiveId" clId="{49FAF455-AB81-4D23-9E46-98491D21E4DD}" dt="2024-12-02T16:59:39.889" v="545"/>
          <ac:spMkLst>
            <pc:docMk/>
            <pc:sldMk cId="1346372204" sldId="264"/>
            <ac:spMk id="11" creationId="{743B0058-74B3-434E-CFFF-C081B14BAAE3}"/>
          </ac:spMkLst>
        </pc:spChg>
        <pc:spChg chg="add mod">
          <ac:chgData name="Pratiksha Datir" userId="f6bc0e6a94cf4b74" providerId="LiveId" clId="{49FAF455-AB81-4D23-9E46-98491D21E4DD}" dt="2024-12-02T16:59:39.889" v="545"/>
          <ac:spMkLst>
            <pc:docMk/>
            <pc:sldMk cId="1346372204" sldId="264"/>
            <ac:spMk id="12" creationId="{086CA0F6-C818-97BA-D5FD-3CE7C3497619}"/>
          </ac:spMkLst>
        </pc:spChg>
        <pc:spChg chg="add del mod">
          <ac:chgData name="Pratiksha Datir" userId="f6bc0e6a94cf4b74" providerId="LiveId" clId="{49FAF455-AB81-4D23-9E46-98491D21E4DD}" dt="2024-12-02T17:01:28.879" v="567"/>
          <ac:spMkLst>
            <pc:docMk/>
            <pc:sldMk cId="1346372204" sldId="264"/>
            <ac:spMk id="13" creationId="{20C8F74D-828E-2CA0-7E9D-EEBA325C47FB}"/>
          </ac:spMkLst>
        </pc:spChg>
        <pc:spChg chg="add mod">
          <ac:chgData name="Pratiksha Datir" userId="f6bc0e6a94cf4b74" providerId="LiveId" clId="{49FAF455-AB81-4D23-9E46-98491D21E4DD}" dt="2024-12-02T17:40:25.471" v="1216" actId="14100"/>
          <ac:spMkLst>
            <pc:docMk/>
            <pc:sldMk cId="1346372204" sldId="264"/>
            <ac:spMk id="14" creationId="{2320B7A8-0D52-2B78-CB2C-615AC88CFA56}"/>
          </ac:spMkLst>
        </pc:spChg>
        <pc:spChg chg="add mod">
          <ac:chgData name="Pratiksha Datir" userId="f6bc0e6a94cf4b74" providerId="LiveId" clId="{49FAF455-AB81-4D23-9E46-98491D21E4DD}" dt="2024-12-02T17:33:30.063" v="1164" actId="14100"/>
          <ac:spMkLst>
            <pc:docMk/>
            <pc:sldMk cId="1346372204" sldId="264"/>
            <ac:spMk id="15" creationId="{009193EB-5E87-636C-7543-E7846ED607B5}"/>
          </ac:spMkLst>
        </pc:spChg>
        <pc:spChg chg="add">
          <ac:chgData name="Pratiksha Datir" userId="f6bc0e6a94cf4b74" providerId="LiveId" clId="{49FAF455-AB81-4D23-9E46-98491D21E4DD}" dt="2024-12-02T17:33:39.608" v="1165"/>
          <ac:spMkLst>
            <pc:docMk/>
            <pc:sldMk cId="1346372204" sldId="264"/>
            <ac:spMk id="16" creationId="{71EDDB36-3244-8177-C8DA-EFEE50F882AF}"/>
          </ac:spMkLst>
        </pc:spChg>
        <pc:spChg chg="add del mod">
          <ac:chgData name="Pratiksha Datir" userId="f6bc0e6a94cf4b74" providerId="LiveId" clId="{49FAF455-AB81-4D23-9E46-98491D21E4DD}" dt="2024-12-02T17:35:27.264" v="1179"/>
          <ac:spMkLst>
            <pc:docMk/>
            <pc:sldMk cId="1346372204" sldId="264"/>
            <ac:spMk id="17" creationId="{3599C56C-121F-84FA-582E-0EB7439C4757}"/>
          </ac:spMkLst>
        </pc:spChg>
        <pc:spChg chg="add del mod">
          <ac:chgData name="Pratiksha Datir" userId="f6bc0e6a94cf4b74" providerId="LiveId" clId="{49FAF455-AB81-4D23-9E46-98491D21E4DD}" dt="2024-12-02T17:35:44.445" v="1181" actId="478"/>
          <ac:spMkLst>
            <pc:docMk/>
            <pc:sldMk cId="1346372204" sldId="264"/>
            <ac:spMk id="18" creationId="{5BF842DD-1533-F352-67FF-CF4A96074DA3}"/>
          </ac:spMkLst>
        </pc:spChg>
      </pc:sldChg>
      <pc:sldChg chg="addSp delSp modSp del mod">
        <pc:chgData name="Pratiksha Datir" userId="f6bc0e6a94cf4b74" providerId="LiveId" clId="{49FAF455-AB81-4D23-9E46-98491D21E4DD}" dt="2024-12-02T17:41:15.940" v="1220" actId="2696"/>
        <pc:sldMkLst>
          <pc:docMk/>
          <pc:sldMk cId="2121178069" sldId="266"/>
        </pc:sldMkLst>
        <pc:spChg chg="del mod">
          <ac:chgData name="Pratiksha Datir" userId="f6bc0e6a94cf4b74" providerId="LiveId" clId="{49FAF455-AB81-4D23-9E46-98491D21E4DD}" dt="2024-12-02T17:40:48.936" v="1218" actId="478"/>
          <ac:spMkLst>
            <pc:docMk/>
            <pc:sldMk cId="2121178069" sldId="266"/>
            <ac:spMk id="2" creationId="{5CE54ABB-4929-4810-950B-2DAEA0A5BAB4}"/>
          </ac:spMkLst>
        </pc:spChg>
        <pc:spChg chg="add mod">
          <ac:chgData name="Pratiksha Datir" userId="f6bc0e6a94cf4b74" providerId="LiveId" clId="{49FAF455-AB81-4D23-9E46-98491D21E4DD}" dt="2024-12-02T17:40:48.936" v="1218" actId="478"/>
          <ac:spMkLst>
            <pc:docMk/>
            <pc:sldMk cId="2121178069" sldId="266"/>
            <ac:spMk id="13" creationId="{A3BFE67F-77AA-7C88-803C-5096D9DFA2BA}"/>
          </ac:spMkLst>
        </pc:spChg>
      </pc:sldChg>
      <pc:sldChg chg="del">
        <pc:chgData name="Pratiksha Datir" userId="f6bc0e6a94cf4b74" providerId="LiveId" clId="{49FAF455-AB81-4D23-9E46-98491D21E4DD}" dt="2024-12-02T17:58:32.130" v="1345" actId="47"/>
        <pc:sldMkLst>
          <pc:docMk/>
          <pc:sldMk cId="4151694508" sldId="268"/>
        </pc:sldMkLst>
      </pc:sldChg>
      <pc:sldChg chg="del">
        <pc:chgData name="Pratiksha Datir" userId="f6bc0e6a94cf4b74" providerId="LiveId" clId="{49FAF455-AB81-4D23-9E46-98491D21E4DD}" dt="2024-12-02T17:58:35.439" v="1347" actId="47"/>
        <pc:sldMkLst>
          <pc:docMk/>
          <pc:sldMk cId="1472106130" sldId="270"/>
        </pc:sldMkLst>
      </pc:sldChg>
      <pc:sldChg chg="del">
        <pc:chgData name="Pratiksha Datir" userId="f6bc0e6a94cf4b74" providerId="LiveId" clId="{49FAF455-AB81-4D23-9E46-98491D21E4DD}" dt="2024-12-02T17:58:45.358" v="1354" actId="47"/>
        <pc:sldMkLst>
          <pc:docMk/>
          <pc:sldMk cId="920173932" sldId="275"/>
        </pc:sldMkLst>
      </pc:sldChg>
      <pc:sldChg chg="addSp delSp modSp add del mod">
        <pc:chgData name="Pratiksha Datir" userId="f6bc0e6a94cf4b74" providerId="LiveId" clId="{49FAF455-AB81-4D23-9E46-98491D21E4DD}" dt="2024-12-03T09:12:20.779" v="1603" actId="14100"/>
        <pc:sldMkLst>
          <pc:docMk/>
          <pc:sldMk cId="2436493926" sldId="276"/>
        </pc:sldMkLst>
        <pc:spChg chg="mod">
          <ac:chgData name="Pratiksha Datir" userId="f6bc0e6a94cf4b74" providerId="LiveId" clId="{49FAF455-AB81-4D23-9E46-98491D21E4DD}" dt="2024-12-03T09:12:20.779" v="1603" actId="14100"/>
          <ac:spMkLst>
            <pc:docMk/>
            <pc:sldMk cId="2436493926" sldId="276"/>
            <ac:spMk id="2" creationId="{BCCAEE93-8585-46D4-A7EC-F184E317CB2E}"/>
          </ac:spMkLst>
        </pc:spChg>
        <pc:spChg chg="del mod">
          <ac:chgData name="Pratiksha Datir" userId="f6bc0e6a94cf4b74" providerId="LiveId" clId="{49FAF455-AB81-4D23-9E46-98491D21E4DD}" dt="2024-12-02T17:59:00.248" v="1359" actId="478"/>
          <ac:spMkLst>
            <pc:docMk/>
            <pc:sldMk cId="2436493926" sldId="276"/>
            <ac:spMk id="3" creationId="{24AFFC60-19C3-4901-93F7-7AAF4C09F8C6}"/>
          </ac:spMkLst>
        </pc:spChg>
        <pc:spChg chg="del">
          <ac:chgData name="Pratiksha Datir" userId="f6bc0e6a94cf4b74" providerId="LiveId" clId="{49FAF455-AB81-4D23-9E46-98491D21E4DD}" dt="2024-12-02T18:22:50.853" v="1511" actId="21"/>
          <ac:spMkLst>
            <pc:docMk/>
            <pc:sldMk cId="2436493926" sldId="276"/>
            <ac:spMk id="4" creationId="{72DA7980-C870-4C9A-84FA-4120D8AF5DE8}"/>
          </ac:spMkLst>
        </pc:spChg>
        <pc:spChg chg="del">
          <ac:chgData name="Pratiksha Datir" userId="f6bc0e6a94cf4b74" providerId="LiveId" clId="{49FAF455-AB81-4D23-9E46-98491D21E4DD}" dt="2024-12-02T18:23:02.481" v="1512" actId="21"/>
          <ac:spMkLst>
            <pc:docMk/>
            <pc:sldMk cId="2436493926" sldId="276"/>
            <ac:spMk id="5" creationId="{0DFADE42-1A3F-40C8-A071-E57644F3D843}"/>
          </ac:spMkLst>
        </pc:spChg>
        <pc:spChg chg="add del mod">
          <ac:chgData name="Pratiksha Datir" userId="f6bc0e6a94cf4b74" providerId="LiveId" clId="{49FAF455-AB81-4D23-9E46-98491D21E4DD}" dt="2024-12-02T17:59:02.460" v="1360" actId="478"/>
          <ac:spMkLst>
            <pc:docMk/>
            <pc:sldMk cId="2436493926" sldId="276"/>
            <ac:spMk id="8" creationId="{A8FE5903-C8E4-5080-086B-868CC518A1C8}"/>
          </ac:spMkLst>
        </pc:spChg>
      </pc:sldChg>
      <pc:sldChg chg="addSp delSp modSp mod">
        <pc:chgData name="Pratiksha Datir" userId="f6bc0e6a94cf4b74" providerId="LiveId" clId="{49FAF455-AB81-4D23-9E46-98491D21E4DD}" dt="2024-12-02T18:07:03.489" v="1412" actId="1076"/>
        <pc:sldMkLst>
          <pc:docMk/>
          <pc:sldMk cId="2243494996" sldId="277"/>
        </pc:sldMkLst>
        <pc:spChg chg="mod">
          <ac:chgData name="Pratiksha Datir" userId="f6bc0e6a94cf4b74" providerId="LiveId" clId="{49FAF455-AB81-4D23-9E46-98491D21E4DD}" dt="2024-12-02T18:03:30.084" v="1395" actId="2711"/>
          <ac:spMkLst>
            <pc:docMk/>
            <pc:sldMk cId="2243494996" sldId="277"/>
            <ac:spMk id="2" creationId="{6719F29B-F233-48AF-8261-F33A4E079E3E}"/>
          </ac:spMkLst>
        </pc:spChg>
        <pc:spChg chg="del mod">
          <ac:chgData name="Pratiksha Datir" userId="f6bc0e6a94cf4b74" providerId="LiveId" clId="{49FAF455-AB81-4D23-9E46-98491D21E4DD}" dt="2024-12-02T13:42:49.081" v="41" actId="478"/>
          <ac:spMkLst>
            <pc:docMk/>
            <pc:sldMk cId="2243494996" sldId="277"/>
            <ac:spMk id="3" creationId="{35E3EA69-4E0E-41BD-8095-A124225A2647}"/>
          </ac:spMkLst>
        </pc:spChg>
        <pc:spChg chg="add del mod">
          <ac:chgData name="Pratiksha Datir" userId="f6bc0e6a94cf4b74" providerId="LiveId" clId="{49FAF455-AB81-4D23-9E46-98491D21E4DD}" dt="2024-12-02T13:43:03.990" v="43" actId="21"/>
          <ac:spMkLst>
            <pc:docMk/>
            <pc:sldMk cId="2243494996" sldId="277"/>
            <ac:spMk id="8" creationId="{6AB0019A-4A47-41C6-86C7-9F5A7FD8F31C}"/>
          </ac:spMkLst>
        </pc:spChg>
        <pc:spChg chg="add del mod">
          <ac:chgData name="Pratiksha Datir" userId="f6bc0e6a94cf4b74" providerId="LiveId" clId="{49FAF455-AB81-4D23-9E46-98491D21E4DD}" dt="2024-12-02T14:07:12.825" v="247" actId="47"/>
          <ac:spMkLst>
            <pc:docMk/>
            <pc:sldMk cId="2243494996" sldId="277"/>
            <ac:spMk id="9" creationId="{4DFF1A22-BDCE-17CA-C4FF-353BD34C1FC4}"/>
          </ac:spMkLst>
        </pc:spChg>
        <pc:spChg chg="add">
          <ac:chgData name="Pratiksha Datir" userId="f6bc0e6a94cf4b74" providerId="LiveId" clId="{49FAF455-AB81-4D23-9E46-98491D21E4DD}" dt="2024-12-02T14:06:51.675" v="244"/>
          <ac:spMkLst>
            <pc:docMk/>
            <pc:sldMk cId="2243494996" sldId="277"/>
            <ac:spMk id="10" creationId="{05A2C33E-1BB8-F47D-E2F5-2AF50AACDE45}"/>
          </ac:spMkLst>
        </pc:spChg>
        <pc:spChg chg="add del mod">
          <ac:chgData name="Pratiksha Datir" userId="f6bc0e6a94cf4b74" providerId="LiveId" clId="{49FAF455-AB81-4D23-9E46-98491D21E4DD}" dt="2024-12-02T14:08:00.337" v="255"/>
          <ac:spMkLst>
            <pc:docMk/>
            <pc:sldMk cId="2243494996" sldId="277"/>
            <ac:spMk id="11" creationId="{760A87C1-3534-ED98-8B6A-B79C1B6487BA}"/>
          </ac:spMkLst>
        </pc:spChg>
        <pc:spChg chg="add del mod">
          <ac:chgData name="Pratiksha Datir" userId="f6bc0e6a94cf4b74" providerId="LiveId" clId="{49FAF455-AB81-4D23-9E46-98491D21E4DD}" dt="2024-12-02T14:08:00.326" v="253" actId="21"/>
          <ac:spMkLst>
            <pc:docMk/>
            <pc:sldMk cId="2243494996" sldId="277"/>
            <ac:spMk id="12" creationId="{285350B3-201D-45BB-6B59-451641731D2D}"/>
          </ac:spMkLst>
        </pc:spChg>
        <pc:spChg chg="add del mod">
          <ac:chgData name="Pratiksha Datir" userId="f6bc0e6a94cf4b74" providerId="LiveId" clId="{49FAF455-AB81-4D23-9E46-98491D21E4DD}" dt="2024-12-02T14:09:18.843" v="276"/>
          <ac:spMkLst>
            <pc:docMk/>
            <pc:sldMk cId="2243494996" sldId="277"/>
            <ac:spMk id="13" creationId="{31AAFE28-989E-5B1B-00BF-79227CC92571}"/>
          </ac:spMkLst>
        </pc:spChg>
        <pc:spChg chg="add del mod">
          <ac:chgData name="Pratiksha Datir" userId="f6bc0e6a94cf4b74" providerId="LiveId" clId="{49FAF455-AB81-4D23-9E46-98491D21E4DD}" dt="2024-12-02T16:42:29.688" v="353" actId="478"/>
          <ac:spMkLst>
            <pc:docMk/>
            <pc:sldMk cId="2243494996" sldId="277"/>
            <ac:spMk id="14" creationId="{285350B3-201D-45BB-6B59-451641731D2D}"/>
          </ac:spMkLst>
        </pc:spChg>
        <pc:spChg chg="add mod">
          <ac:chgData name="Pratiksha Datir" userId="f6bc0e6a94cf4b74" providerId="LiveId" clId="{49FAF455-AB81-4D23-9E46-98491D21E4DD}" dt="2024-12-02T18:07:03.489" v="1412" actId="1076"/>
          <ac:spMkLst>
            <pc:docMk/>
            <pc:sldMk cId="2243494996" sldId="277"/>
            <ac:spMk id="15" creationId="{2CC79354-3961-D6B3-A317-1DE7589702F9}"/>
          </ac:spMkLst>
        </pc:spChg>
      </pc:sldChg>
      <pc:sldChg chg="addSp delSp modSp mod">
        <pc:chgData name="Pratiksha Datir" userId="f6bc0e6a94cf4b74" providerId="LiveId" clId="{49FAF455-AB81-4D23-9E46-98491D21E4DD}" dt="2024-12-02T18:05:24.019" v="1400" actId="2711"/>
        <pc:sldMkLst>
          <pc:docMk/>
          <pc:sldMk cId="2069393026" sldId="278"/>
        </pc:sldMkLst>
        <pc:spChg chg="del mod">
          <ac:chgData name="Pratiksha Datir" userId="f6bc0e6a94cf4b74" providerId="LiveId" clId="{49FAF455-AB81-4D23-9E46-98491D21E4DD}" dt="2024-12-02T17:25:38.770" v="1045" actId="478"/>
          <ac:spMkLst>
            <pc:docMk/>
            <pc:sldMk cId="2069393026" sldId="278"/>
            <ac:spMk id="2" creationId="{8A4E0A63-A388-49B1-A04E-27CE9BD622EF}"/>
          </ac:spMkLst>
        </pc:spChg>
        <pc:spChg chg="mod">
          <ac:chgData name="Pratiksha Datir" userId="f6bc0e6a94cf4b74" providerId="LiveId" clId="{49FAF455-AB81-4D23-9E46-98491D21E4DD}" dt="2024-12-02T18:05:24.019" v="1400" actId="2711"/>
          <ac:spMkLst>
            <pc:docMk/>
            <pc:sldMk cId="2069393026" sldId="278"/>
            <ac:spMk id="5" creationId="{06E82690-B145-4D4F-B2D1-0B2A8C50FD71}"/>
          </ac:spMkLst>
        </pc:spChg>
        <pc:spChg chg="del">
          <ac:chgData name="Pratiksha Datir" userId="f6bc0e6a94cf4b74" providerId="LiveId" clId="{49FAF455-AB81-4D23-9E46-98491D21E4DD}" dt="2024-12-02T17:25:42.845" v="1047" actId="478"/>
          <ac:spMkLst>
            <pc:docMk/>
            <pc:sldMk cId="2069393026" sldId="278"/>
            <ac:spMk id="6" creationId="{7640DF9D-0C9E-4C5D-9635-6B4DE10CCEE5}"/>
          </ac:spMkLst>
        </pc:spChg>
        <pc:spChg chg="del">
          <ac:chgData name="Pratiksha Datir" userId="f6bc0e6a94cf4b74" providerId="LiveId" clId="{49FAF455-AB81-4D23-9E46-98491D21E4DD}" dt="2024-12-02T17:25:47.361" v="1050" actId="478"/>
          <ac:spMkLst>
            <pc:docMk/>
            <pc:sldMk cId="2069393026" sldId="278"/>
            <ac:spMk id="7" creationId="{40297407-CE4E-4284-879D-AEC395713625}"/>
          </ac:spMkLst>
        </pc:spChg>
        <pc:spChg chg="del mod">
          <ac:chgData name="Pratiksha Datir" userId="f6bc0e6a94cf4b74" providerId="LiveId" clId="{49FAF455-AB81-4D23-9E46-98491D21E4DD}" dt="2024-12-02T17:26:02.925" v="1056" actId="478"/>
          <ac:spMkLst>
            <pc:docMk/>
            <pc:sldMk cId="2069393026" sldId="278"/>
            <ac:spMk id="8" creationId="{F5C3A7BE-F7FC-4942-A31A-491A8A806103}"/>
          </ac:spMkLst>
        </pc:spChg>
        <pc:spChg chg="del mod">
          <ac:chgData name="Pratiksha Datir" userId="f6bc0e6a94cf4b74" providerId="LiveId" clId="{49FAF455-AB81-4D23-9E46-98491D21E4DD}" dt="2024-12-02T17:25:53.542" v="1053" actId="478"/>
          <ac:spMkLst>
            <pc:docMk/>
            <pc:sldMk cId="2069393026" sldId="278"/>
            <ac:spMk id="9" creationId="{95CCE699-03D1-4642-B46A-B14EF17DA183}"/>
          </ac:spMkLst>
        </pc:spChg>
        <pc:spChg chg="del mod">
          <ac:chgData name="Pratiksha Datir" userId="f6bc0e6a94cf4b74" providerId="LiveId" clId="{49FAF455-AB81-4D23-9E46-98491D21E4DD}" dt="2024-12-02T17:26:14.615" v="1060" actId="478"/>
          <ac:spMkLst>
            <pc:docMk/>
            <pc:sldMk cId="2069393026" sldId="278"/>
            <ac:spMk id="10" creationId="{BC1DF189-6F2F-4C21-88CC-C82D3D0D147B}"/>
          </ac:spMkLst>
        </pc:spChg>
        <pc:spChg chg="add del mod">
          <ac:chgData name="Pratiksha Datir" userId="f6bc0e6a94cf4b74" providerId="LiveId" clId="{49FAF455-AB81-4D23-9E46-98491D21E4DD}" dt="2024-12-02T17:25:40.853" v="1046" actId="478"/>
          <ac:spMkLst>
            <pc:docMk/>
            <pc:sldMk cId="2069393026" sldId="278"/>
            <ac:spMk id="12" creationId="{932E050A-1AFD-3E8D-7A16-0F5D633B49C1}"/>
          </ac:spMkLst>
        </pc:spChg>
        <pc:spChg chg="add del mod">
          <ac:chgData name="Pratiksha Datir" userId="f6bc0e6a94cf4b74" providerId="LiveId" clId="{49FAF455-AB81-4D23-9E46-98491D21E4DD}" dt="2024-12-02T17:25:45.213" v="1049" actId="478"/>
          <ac:spMkLst>
            <pc:docMk/>
            <pc:sldMk cId="2069393026" sldId="278"/>
            <ac:spMk id="14" creationId="{DA7B7127-423A-884F-6EC3-65BAB63DD668}"/>
          </ac:spMkLst>
        </pc:spChg>
        <pc:spChg chg="add del mod">
          <ac:chgData name="Pratiksha Datir" userId="f6bc0e6a94cf4b74" providerId="LiveId" clId="{49FAF455-AB81-4D23-9E46-98491D21E4DD}" dt="2024-12-02T17:25:49.241" v="1051" actId="478"/>
          <ac:spMkLst>
            <pc:docMk/>
            <pc:sldMk cId="2069393026" sldId="278"/>
            <ac:spMk id="16" creationId="{420A98B9-1738-E89B-9DD7-5B30C6E0A9D2}"/>
          </ac:spMkLst>
        </pc:spChg>
        <pc:spChg chg="add del mod">
          <ac:chgData name="Pratiksha Datir" userId="f6bc0e6a94cf4b74" providerId="LiveId" clId="{49FAF455-AB81-4D23-9E46-98491D21E4DD}" dt="2024-12-02T17:25:55.913" v="1054" actId="478"/>
          <ac:spMkLst>
            <pc:docMk/>
            <pc:sldMk cId="2069393026" sldId="278"/>
            <ac:spMk id="18" creationId="{09B81ABB-BFEE-0E37-1366-52E852EC3581}"/>
          </ac:spMkLst>
        </pc:spChg>
        <pc:spChg chg="add del mod">
          <ac:chgData name="Pratiksha Datir" userId="f6bc0e6a94cf4b74" providerId="LiveId" clId="{49FAF455-AB81-4D23-9E46-98491D21E4DD}" dt="2024-12-02T17:26:06.561" v="1058" actId="478"/>
          <ac:spMkLst>
            <pc:docMk/>
            <pc:sldMk cId="2069393026" sldId="278"/>
            <ac:spMk id="20" creationId="{2A2A92CC-555E-9498-A191-50C87F3A16F2}"/>
          </ac:spMkLst>
        </pc:spChg>
        <pc:spChg chg="add del mod">
          <ac:chgData name="Pratiksha Datir" userId="f6bc0e6a94cf4b74" providerId="LiveId" clId="{49FAF455-AB81-4D23-9E46-98491D21E4DD}" dt="2024-12-02T17:26:16.549" v="1062" actId="478"/>
          <ac:spMkLst>
            <pc:docMk/>
            <pc:sldMk cId="2069393026" sldId="278"/>
            <ac:spMk id="22" creationId="{22CF9A7F-FD4B-E93C-5542-54C4365DD7C4}"/>
          </ac:spMkLst>
        </pc:spChg>
      </pc:sldChg>
      <pc:sldChg chg="del">
        <pc:chgData name="Pratiksha Datir" userId="f6bc0e6a94cf4b74" providerId="LiveId" clId="{49FAF455-AB81-4D23-9E46-98491D21E4DD}" dt="2024-12-02T17:58:33.596" v="1346" actId="47"/>
        <pc:sldMkLst>
          <pc:docMk/>
          <pc:sldMk cId="1417396711" sldId="280"/>
        </pc:sldMkLst>
      </pc:sldChg>
      <pc:sldChg chg="del">
        <pc:chgData name="Pratiksha Datir" userId="f6bc0e6a94cf4b74" providerId="LiveId" clId="{49FAF455-AB81-4D23-9E46-98491D21E4DD}" dt="2024-12-02T17:58:40.667" v="1351" actId="47"/>
        <pc:sldMkLst>
          <pc:docMk/>
          <pc:sldMk cId="3477453048" sldId="282"/>
        </pc:sldMkLst>
      </pc:sldChg>
      <pc:sldChg chg="del">
        <pc:chgData name="Pratiksha Datir" userId="f6bc0e6a94cf4b74" providerId="LiveId" clId="{49FAF455-AB81-4D23-9E46-98491D21E4DD}" dt="2024-12-02T17:58:41.861" v="1352" actId="47"/>
        <pc:sldMkLst>
          <pc:docMk/>
          <pc:sldMk cId="3396266754" sldId="283"/>
        </pc:sldMkLst>
      </pc:sldChg>
      <pc:sldChg chg="addSp delSp modSp mod">
        <pc:chgData name="Pratiksha Datir" userId="f6bc0e6a94cf4b74" providerId="LiveId" clId="{49FAF455-AB81-4D23-9E46-98491D21E4DD}" dt="2024-12-02T18:03:44.329" v="1396" actId="2711"/>
        <pc:sldMkLst>
          <pc:docMk/>
          <pc:sldMk cId="1844941827" sldId="289"/>
        </pc:sldMkLst>
        <pc:spChg chg="mod">
          <ac:chgData name="Pratiksha Datir" userId="f6bc0e6a94cf4b74" providerId="LiveId" clId="{49FAF455-AB81-4D23-9E46-98491D21E4DD}" dt="2024-12-02T18:03:44.329" v="1396" actId="2711"/>
          <ac:spMkLst>
            <pc:docMk/>
            <pc:sldMk cId="1844941827" sldId="289"/>
            <ac:spMk id="2" creationId="{75031FE9-9059-4FE8-B4AC-9771F23A1B89}"/>
          </ac:spMkLst>
        </pc:spChg>
        <pc:spChg chg="del mod">
          <ac:chgData name="Pratiksha Datir" userId="f6bc0e6a94cf4b74" providerId="LiveId" clId="{49FAF455-AB81-4D23-9E46-98491D21E4DD}" dt="2024-12-02T13:55:28.522" v="148" actId="478"/>
          <ac:spMkLst>
            <pc:docMk/>
            <pc:sldMk cId="1844941827" sldId="289"/>
            <ac:spMk id="3" creationId="{D4A2EB3F-4D60-451F-8F45-7D6654D2FCD9}"/>
          </ac:spMkLst>
        </pc:spChg>
        <pc:spChg chg="del mod">
          <ac:chgData name="Pratiksha Datir" userId="f6bc0e6a94cf4b74" providerId="LiveId" clId="{49FAF455-AB81-4D23-9E46-98491D21E4DD}" dt="2024-12-02T13:55:18.587" v="146" actId="478"/>
          <ac:spMkLst>
            <pc:docMk/>
            <pc:sldMk cId="1844941827" sldId="289"/>
            <ac:spMk id="4" creationId="{AC1C80FB-53F9-42EE-B1E6-D0F998EC5DFA}"/>
          </ac:spMkLst>
        </pc:spChg>
        <pc:spChg chg="del">
          <ac:chgData name="Pratiksha Datir" userId="f6bc0e6a94cf4b74" providerId="LiveId" clId="{49FAF455-AB81-4D23-9E46-98491D21E4DD}" dt="2024-12-02T13:55:34.549" v="149" actId="478"/>
          <ac:spMkLst>
            <pc:docMk/>
            <pc:sldMk cId="1844941827" sldId="289"/>
            <ac:spMk id="5" creationId="{E81BA2B5-6A90-4204-ABDD-7183FBB03A02}"/>
          </ac:spMkLst>
        </pc:spChg>
        <pc:spChg chg="del">
          <ac:chgData name="Pratiksha Datir" userId="f6bc0e6a94cf4b74" providerId="LiveId" clId="{49FAF455-AB81-4D23-9E46-98491D21E4DD}" dt="2024-12-02T13:55:49.294" v="152" actId="478"/>
          <ac:spMkLst>
            <pc:docMk/>
            <pc:sldMk cId="1844941827" sldId="289"/>
            <ac:spMk id="6" creationId="{7E7D4C34-22A0-4D54-A07D-E1E9A11463E5}"/>
          </ac:spMkLst>
        </pc:spChg>
        <pc:spChg chg="del">
          <ac:chgData name="Pratiksha Datir" userId="f6bc0e6a94cf4b74" providerId="LiveId" clId="{49FAF455-AB81-4D23-9E46-98491D21E4DD}" dt="2024-12-02T13:55:57.848" v="154" actId="478"/>
          <ac:spMkLst>
            <pc:docMk/>
            <pc:sldMk cId="1844941827" sldId="289"/>
            <ac:spMk id="7" creationId="{301D392D-FB66-47A0-B628-5ADE822A2CFF}"/>
          </ac:spMkLst>
        </pc:spChg>
        <pc:spChg chg="del">
          <ac:chgData name="Pratiksha Datir" userId="f6bc0e6a94cf4b74" providerId="LiveId" clId="{49FAF455-AB81-4D23-9E46-98491D21E4DD}" dt="2024-12-02T13:56:05.299" v="157" actId="478"/>
          <ac:spMkLst>
            <pc:docMk/>
            <pc:sldMk cId="1844941827" sldId="289"/>
            <ac:spMk id="8" creationId="{51C26CE0-2506-4B44-A26F-C12BFA5B18B5}"/>
          </ac:spMkLst>
        </pc:spChg>
        <pc:spChg chg="del">
          <ac:chgData name="Pratiksha Datir" userId="f6bc0e6a94cf4b74" providerId="LiveId" clId="{49FAF455-AB81-4D23-9E46-98491D21E4DD}" dt="2024-12-02T13:56:12.209" v="159" actId="478"/>
          <ac:spMkLst>
            <pc:docMk/>
            <pc:sldMk cId="1844941827" sldId="289"/>
            <ac:spMk id="9" creationId="{868F40F8-BF35-45E9-B3DD-5436362D746E}"/>
          </ac:spMkLst>
        </pc:spChg>
        <pc:spChg chg="del">
          <ac:chgData name="Pratiksha Datir" userId="f6bc0e6a94cf4b74" providerId="LiveId" clId="{49FAF455-AB81-4D23-9E46-98491D21E4DD}" dt="2024-12-02T13:56:18.764" v="162" actId="478"/>
          <ac:spMkLst>
            <pc:docMk/>
            <pc:sldMk cId="1844941827" sldId="289"/>
            <ac:spMk id="10" creationId="{7F39C97C-2DDC-4706-B96C-B02FAE53A426}"/>
          </ac:spMkLst>
        </pc:spChg>
        <pc:spChg chg="add del mod">
          <ac:chgData name="Pratiksha Datir" userId="f6bc0e6a94cf4b74" providerId="LiveId" clId="{49FAF455-AB81-4D23-9E46-98491D21E4DD}" dt="2024-12-02T13:55:25.681" v="147" actId="478"/>
          <ac:spMkLst>
            <pc:docMk/>
            <pc:sldMk cId="1844941827" sldId="289"/>
            <ac:spMk id="12" creationId="{5316D7B7-BFC6-CD15-E1C6-7A4982E6DE0D}"/>
          </ac:spMkLst>
        </pc:spChg>
        <pc:spChg chg="add del mod">
          <ac:chgData name="Pratiksha Datir" userId="f6bc0e6a94cf4b74" providerId="LiveId" clId="{49FAF455-AB81-4D23-9E46-98491D21E4DD}" dt="2024-12-02T13:55:42.709" v="151" actId="478"/>
          <ac:spMkLst>
            <pc:docMk/>
            <pc:sldMk cId="1844941827" sldId="289"/>
            <ac:spMk id="14" creationId="{BB3994F9-6FEF-B867-BF34-95052502A8EB}"/>
          </ac:spMkLst>
        </pc:spChg>
        <pc:spChg chg="add del mod">
          <ac:chgData name="Pratiksha Datir" userId="f6bc0e6a94cf4b74" providerId="LiveId" clId="{49FAF455-AB81-4D23-9E46-98491D21E4DD}" dt="2024-12-02T13:55:52.516" v="153" actId="478"/>
          <ac:spMkLst>
            <pc:docMk/>
            <pc:sldMk cId="1844941827" sldId="289"/>
            <ac:spMk id="16" creationId="{2EB6C1C8-A95D-0330-C728-057C307EA175}"/>
          </ac:spMkLst>
        </pc:spChg>
        <pc:spChg chg="add del mod">
          <ac:chgData name="Pratiksha Datir" userId="f6bc0e6a94cf4b74" providerId="LiveId" clId="{49FAF455-AB81-4D23-9E46-98491D21E4DD}" dt="2024-12-02T13:56:00.636" v="156" actId="478"/>
          <ac:spMkLst>
            <pc:docMk/>
            <pc:sldMk cId="1844941827" sldId="289"/>
            <ac:spMk id="18" creationId="{6EB74E66-41A6-E7AE-963C-12ECD3231571}"/>
          </ac:spMkLst>
        </pc:spChg>
        <pc:spChg chg="del">
          <ac:chgData name="Pratiksha Datir" userId="f6bc0e6a94cf4b74" providerId="LiveId" clId="{49FAF455-AB81-4D23-9E46-98491D21E4DD}" dt="2024-12-02T13:56:28.119" v="165" actId="478"/>
          <ac:spMkLst>
            <pc:docMk/>
            <pc:sldMk cId="1844941827" sldId="289"/>
            <ac:spMk id="20" creationId="{A74D661B-510C-4CF2-BF77-3EAFB649883D}"/>
          </ac:spMkLst>
        </pc:spChg>
        <pc:spChg chg="del">
          <ac:chgData name="Pratiksha Datir" userId="f6bc0e6a94cf4b74" providerId="LiveId" clId="{49FAF455-AB81-4D23-9E46-98491D21E4DD}" dt="2024-12-02T13:56:24.318" v="164" actId="478"/>
          <ac:spMkLst>
            <pc:docMk/>
            <pc:sldMk cId="1844941827" sldId="289"/>
            <ac:spMk id="21" creationId="{7E44CAC0-3B5A-49F6-A2CB-0BC80D111A87}"/>
          </ac:spMkLst>
        </pc:spChg>
        <pc:spChg chg="add del mod">
          <ac:chgData name="Pratiksha Datir" userId="f6bc0e6a94cf4b74" providerId="LiveId" clId="{49FAF455-AB81-4D23-9E46-98491D21E4DD}" dt="2024-12-02T13:56:07.218" v="158" actId="478"/>
          <ac:spMkLst>
            <pc:docMk/>
            <pc:sldMk cId="1844941827" sldId="289"/>
            <ac:spMk id="23" creationId="{1F081C50-5F33-FB6F-B896-AD0972EE87BC}"/>
          </ac:spMkLst>
        </pc:spChg>
        <pc:spChg chg="add del mod">
          <ac:chgData name="Pratiksha Datir" userId="f6bc0e6a94cf4b74" providerId="LiveId" clId="{49FAF455-AB81-4D23-9E46-98491D21E4DD}" dt="2024-12-02T13:56:15.289" v="161" actId="478"/>
          <ac:spMkLst>
            <pc:docMk/>
            <pc:sldMk cId="1844941827" sldId="289"/>
            <ac:spMk id="25" creationId="{1E68D104-7003-58D3-A1F1-9E76B78BBDE3}"/>
          </ac:spMkLst>
        </pc:spChg>
        <pc:spChg chg="add del mod">
          <ac:chgData name="Pratiksha Datir" userId="f6bc0e6a94cf4b74" providerId="LiveId" clId="{49FAF455-AB81-4D23-9E46-98491D21E4DD}" dt="2024-12-02T13:56:20.353" v="163" actId="478"/>
          <ac:spMkLst>
            <pc:docMk/>
            <pc:sldMk cId="1844941827" sldId="289"/>
            <ac:spMk id="27" creationId="{FB8D9FC8-1279-C379-089B-FE982A212B24}"/>
          </ac:spMkLst>
        </pc:spChg>
        <pc:spChg chg="add del mod">
          <ac:chgData name="Pratiksha Datir" userId="f6bc0e6a94cf4b74" providerId="LiveId" clId="{49FAF455-AB81-4D23-9E46-98491D21E4DD}" dt="2024-12-02T14:10:14.986" v="290"/>
          <ac:spMkLst>
            <pc:docMk/>
            <pc:sldMk cId="1844941827" sldId="289"/>
            <ac:spMk id="28" creationId="{E616B35D-19A6-C97C-BFFE-0C68E1F5933E}"/>
          </ac:spMkLst>
        </pc:spChg>
        <pc:spChg chg="add del mod">
          <ac:chgData name="Pratiksha Datir" userId="f6bc0e6a94cf4b74" providerId="LiveId" clId="{49FAF455-AB81-4D23-9E46-98491D21E4DD}" dt="2024-12-02T16:51:47.312" v="439"/>
          <ac:spMkLst>
            <pc:docMk/>
            <pc:sldMk cId="1844941827" sldId="289"/>
            <ac:spMk id="29" creationId="{F42822B9-3797-9993-7BB4-777E1E5A7965}"/>
          </ac:spMkLst>
        </pc:spChg>
        <pc:spChg chg="add mod">
          <ac:chgData name="Pratiksha Datir" userId="f6bc0e6a94cf4b74" providerId="LiveId" clId="{49FAF455-AB81-4D23-9E46-98491D21E4DD}" dt="2024-12-02T17:21:37.147" v="982" actId="1076"/>
          <ac:spMkLst>
            <pc:docMk/>
            <pc:sldMk cId="1844941827" sldId="289"/>
            <ac:spMk id="30" creationId="{0F62DC62-CC40-3C4B-A918-EBEBC7F141BC}"/>
          </ac:spMkLst>
        </pc:spChg>
        <pc:spChg chg="add del mod">
          <ac:chgData name="Pratiksha Datir" userId="f6bc0e6a94cf4b74" providerId="LiveId" clId="{49FAF455-AB81-4D23-9E46-98491D21E4DD}" dt="2024-12-02T17:17:14.816" v="911"/>
          <ac:spMkLst>
            <pc:docMk/>
            <pc:sldMk cId="1844941827" sldId="289"/>
            <ac:spMk id="31" creationId="{031A2E7E-A490-0C56-30DE-3AFB224B63E6}"/>
          </ac:spMkLst>
        </pc:spChg>
      </pc:sldChg>
      <pc:sldChg chg="del">
        <pc:chgData name="Pratiksha Datir" userId="f6bc0e6a94cf4b74" providerId="LiveId" clId="{49FAF455-AB81-4D23-9E46-98491D21E4DD}" dt="2024-12-02T17:58:43.081" v="1353" actId="47"/>
        <pc:sldMkLst>
          <pc:docMk/>
          <pc:sldMk cId="1177824853" sldId="290"/>
        </pc:sldMkLst>
      </pc:sldChg>
      <pc:sldChg chg="del">
        <pc:chgData name="Pratiksha Datir" userId="f6bc0e6a94cf4b74" providerId="LiveId" clId="{49FAF455-AB81-4D23-9E46-98491D21E4DD}" dt="2024-12-02T17:58:29.901" v="1344" actId="47"/>
        <pc:sldMkLst>
          <pc:docMk/>
          <pc:sldMk cId="404854312" sldId="292"/>
        </pc:sldMkLst>
      </pc:sldChg>
      <pc:sldChg chg="del">
        <pc:chgData name="Pratiksha Datir" userId="f6bc0e6a94cf4b74" providerId="LiveId" clId="{49FAF455-AB81-4D23-9E46-98491D21E4DD}" dt="2024-12-02T17:58:37.079" v="1348" actId="47"/>
        <pc:sldMkLst>
          <pc:docMk/>
          <pc:sldMk cId="473871986" sldId="293"/>
        </pc:sldMkLst>
      </pc:sldChg>
      <pc:sldChg chg="del">
        <pc:chgData name="Pratiksha Datir" userId="f6bc0e6a94cf4b74" providerId="LiveId" clId="{49FAF455-AB81-4D23-9E46-98491D21E4DD}" dt="2024-12-02T17:58:38.544" v="1349" actId="47"/>
        <pc:sldMkLst>
          <pc:docMk/>
          <pc:sldMk cId="3084972071" sldId="294"/>
        </pc:sldMkLst>
      </pc:sldChg>
      <pc:sldChg chg="delSp modSp new mod">
        <pc:chgData name="Pratiksha Datir" userId="f6bc0e6a94cf4b74" providerId="LiveId" clId="{49FAF455-AB81-4D23-9E46-98491D21E4DD}" dt="2024-12-03T07:47:16.922" v="1598" actId="20577"/>
        <pc:sldMkLst>
          <pc:docMk/>
          <pc:sldMk cId="2406704738" sldId="295"/>
        </pc:sldMkLst>
        <pc:spChg chg="del">
          <ac:chgData name="Pratiksha Datir" userId="f6bc0e6a94cf4b74" providerId="LiveId" clId="{49FAF455-AB81-4D23-9E46-98491D21E4DD}" dt="2024-12-02T17:04:15.310" v="590" actId="21"/>
          <ac:spMkLst>
            <pc:docMk/>
            <pc:sldMk cId="2406704738" sldId="295"/>
            <ac:spMk id="2" creationId="{453D7DDC-14AE-3D40-6DE4-7E8209D9EC7F}"/>
          </ac:spMkLst>
        </pc:spChg>
        <pc:spChg chg="del mod">
          <ac:chgData name="Pratiksha Datir" userId="f6bc0e6a94cf4b74" providerId="LiveId" clId="{49FAF455-AB81-4D23-9E46-98491D21E4DD}" dt="2024-12-02T17:24:36.747" v="1033" actId="478"/>
          <ac:spMkLst>
            <pc:docMk/>
            <pc:sldMk cId="2406704738" sldId="295"/>
            <ac:spMk id="3" creationId="{3DD6B0BA-1303-75B8-7F8E-E13835C523FE}"/>
          </ac:spMkLst>
        </pc:spChg>
        <pc:spChg chg="del mod">
          <ac:chgData name="Pratiksha Datir" userId="f6bc0e6a94cf4b74" providerId="LiveId" clId="{49FAF455-AB81-4D23-9E46-98491D21E4DD}" dt="2024-12-02T17:24:31.824" v="1031" actId="478"/>
          <ac:spMkLst>
            <pc:docMk/>
            <pc:sldMk cId="2406704738" sldId="295"/>
            <ac:spMk id="4" creationId="{86137F3D-26AC-12FC-499A-9F3125947019}"/>
          </ac:spMkLst>
        </pc:spChg>
        <pc:spChg chg="mod">
          <ac:chgData name="Pratiksha Datir" userId="f6bc0e6a94cf4b74" providerId="LiveId" clId="{49FAF455-AB81-4D23-9E46-98491D21E4DD}" dt="2024-12-03T07:47:16.922" v="1598" actId="20577"/>
          <ac:spMkLst>
            <pc:docMk/>
            <pc:sldMk cId="2406704738" sldId="295"/>
            <ac:spMk id="6" creationId="{F1CF0A90-968E-1B0B-F3F0-4C9A4CAB69E2}"/>
          </ac:spMkLst>
        </pc:spChg>
      </pc:sldChg>
      <pc:sldChg chg="addSp delSp modSp new mod">
        <pc:chgData name="Pratiksha Datir" userId="f6bc0e6a94cf4b74" providerId="LiveId" clId="{49FAF455-AB81-4D23-9E46-98491D21E4DD}" dt="2024-12-02T18:04:25.959" v="1398" actId="2"/>
        <pc:sldMkLst>
          <pc:docMk/>
          <pc:sldMk cId="1231989317" sldId="296"/>
        </pc:sldMkLst>
        <pc:spChg chg="del mod">
          <ac:chgData name="Pratiksha Datir" userId="f6bc0e6a94cf4b74" providerId="LiveId" clId="{49FAF455-AB81-4D23-9E46-98491D21E4DD}" dt="2024-12-02T17:17:32.970" v="917" actId="478"/>
          <ac:spMkLst>
            <pc:docMk/>
            <pc:sldMk cId="1231989317" sldId="296"/>
            <ac:spMk id="2" creationId="{1FAE4B74-935D-4662-9CCE-A15BCBF97377}"/>
          </ac:spMkLst>
        </pc:spChg>
        <pc:spChg chg="del">
          <ac:chgData name="Pratiksha Datir" userId="f6bc0e6a94cf4b74" providerId="LiveId" clId="{49FAF455-AB81-4D23-9E46-98491D21E4DD}" dt="2024-12-02T17:16:39.158" v="901" actId="478"/>
          <ac:spMkLst>
            <pc:docMk/>
            <pc:sldMk cId="1231989317" sldId="296"/>
            <ac:spMk id="3" creationId="{06BD3DBC-AD12-7820-9BEC-FED1D5611E23}"/>
          </ac:spMkLst>
        </pc:spChg>
        <pc:spChg chg="del">
          <ac:chgData name="Pratiksha Datir" userId="f6bc0e6a94cf4b74" providerId="LiveId" clId="{49FAF455-AB81-4D23-9E46-98491D21E4DD}" dt="2024-12-02T17:16:36.832" v="900" actId="478"/>
          <ac:spMkLst>
            <pc:docMk/>
            <pc:sldMk cId="1231989317" sldId="296"/>
            <ac:spMk id="4" creationId="{6E794269-1FB4-2302-B0F5-1940CCB32F2F}"/>
          </ac:spMkLst>
        </pc:spChg>
        <pc:spChg chg="del">
          <ac:chgData name="Pratiksha Datir" userId="f6bc0e6a94cf4b74" providerId="LiveId" clId="{49FAF455-AB81-4D23-9E46-98491D21E4DD}" dt="2024-12-02T17:16:31.869" v="899" actId="478"/>
          <ac:spMkLst>
            <pc:docMk/>
            <pc:sldMk cId="1231989317" sldId="296"/>
            <ac:spMk id="5" creationId="{6403080D-1BBD-C422-9C86-55A4BFD4385C}"/>
          </ac:spMkLst>
        </pc:spChg>
        <pc:spChg chg="del">
          <ac:chgData name="Pratiksha Datir" userId="f6bc0e6a94cf4b74" providerId="LiveId" clId="{49FAF455-AB81-4D23-9E46-98491D21E4DD}" dt="2024-12-02T17:16:41.585" v="902" actId="478"/>
          <ac:spMkLst>
            <pc:docMk/>
            <pc:sldMk cId="1231989317" sldId="296"/>
            <ac:spMk id="6" creationId="{0D614456-17BE-5249-071A-2E20C148A54C}"/>
          </ac:spMkLst>
        </pc:spChg>
        <pc:spChg chg="del">
          <ac:chgData name="Pratiksha Datir" userId="f6bc0e6a94cf4b74" providerId="LiveId" clId="{49FAF455-AB81-4D23-9E46-98491D21E4DD}" dt="2024-12-02T17:16:48.141" v="904" actId="478"/>
          <ac:spMkLst>
            <pc:docMk/>
            <pc:sldMk cId="1231989317" sldId="296"/>
            <ac:spMk id="7" creationId="{24FF2489-2A14-21F1-3C34-1C21949F0192}"/>
          </ac:spMkLst>
        </pc:spChg>
        <pc:spChg chg="del">
          <ac:chgData name="Pratiksha Datir" userId="f6bc0e6a94cf4b74" providerId="LiveId" clId="{49FAF455-AB81-4D23-9E46-98491D21E4DD}" dt="2024-12-02T17:16:45.921" v="903" actId="478"/>
          <ac:spMkLst>
            <pc:docMk/>
            <pc:sldMk cId="1231989317" sldId="296"/>
            <ac:spMk id="8" creationId="{343EE8FF-1337-0ED8-9BC8-0EFF4071E62A}"/>
          </ac:spMkLst>
        </pc:spChg>
        <pc:spChg chg="del">
          <ac:chgData name="Pratiksha Datir" userId="f6bc0e6a94cf4b74" providerId="LiveId" clId="{49FAF455-AB81-4D23-9E46-98491D21E4DD}" dt="2024-12-02T17:16:53.984" v="906" actId="478"/>
          <ac:spMkLst>
            <pc:docMk/>
            <pc:sldMk cId="1231989317" sldId="296"/>
            <ac:spMk id="9" creationId="{A64BB039-DD77-0D72-3F70-242503348613}"/>
          </ac:spMkLst>
        </pc:spChg>
        <pc:spChg chg="del">
          <ac:chgData name="Pratiksha Datir" userId="f6bc0e6a94cf4b74" providerId="LiveId" clId="{49FAF455-AB81-4D23-9E46-98491D21E4DD}" dt="2024-12-02T17:16:52.026" v="905" actId="478"/>
          <ac:spMkLst>
            <pc:docMk/>
            <pc:sldMk cId="1231989317" sldId="296"/>
            <ac:spMk id="10" creationId="{1CDF3C3C-5E86-4C37-C658-22080AF22C68}"/>
          </ac:spMkLst>
        </pc:spChg>
        <pc:spChg chg="del">
          <ac:chgData name="Pratiksha Datir" userId="f6bc0e6a94cf4b74" providerId="LiveId" clId="{49FAF455-AB81-4D23-9E46-98491D21E4DD}" dt="2024-12-02T17:20:34.047" v="971" actId="478"/>
          <ac:spMkLst>
            <pc:docMk/>
            <pc:sldMk cId="1231989317" sldId="296"/>
            <ac:spMk id="11" creationId="{E1470AE7-86D7-25EA-4822-EA2B9CE28587}"/>
          </ac:spMkLst>
        </pc:spChg>
        <pc:spChg chg="del">
          <ac:chgData name="Pratiksha Datir" userId="f6bc0e6a94cf4b74" providerId="LiveId" clId="{49FAF455-AB81-4D23-9E46-98491D21E4DD}" dt="2024-12-02T17:20:31.666" v="970" actId="478"/>
          <ac:spMkLst>
            <pc:docMk/>
            <pc:sldMk cId="1231989317" sldId="296"/>
            <ac:spMk id="12" creationId="{E3045E1F-9ECC-4CAC-4036-33C490F2A8B7}"/>
          </ac:spMkLst>
        </pc:spChg>
        <pc:spChg chg="add mod">
          <ac:chgData name="Pratiksha Datir" userId="f6bc0e6a94cf4b74" providerId="LiveId" clId="{49FAF455-AB81-4D23-9E46-98491D21E4DD}" dt="2024-12-02T18:04:25.959" v="1398" actId="2"/>
          <ac:spMkLst>
            <pc:docMk/>
            <pc:sldMk cId="1231989317" sldId="296"/>
            <ac:spMk id="14" creationId="{7819ABE9-6440-5362-B5F0-DB6DB8186481}"/>
          </ac:spMkLst>
        </pc:spChg>
      </pc:sldChg>
      <pc:sldChg chg="addSp delSp modSp new mod">
        <pc:chgData name="Pratiksha Datir" userId="f6bc0e6a94cf4b74" providerId="LiveId" clId="{49FAF455-AB81-4D23-9E46-98491D21E4DD}" dt="2024-12-02T18:08:41.655" v="1448" actId="20577"/>
        <pc:sldMkLst>
          <pc:docMk/>
          <pc:sldMk cId="198062731" sldId="297"/>
        </pc:sldMkLst>
        <pc:spChg chg="del mod">
          <ac:chgData name="Pratiksha Datir" userId="f6bc0e6a94cf4b74" providerId="LiveId" clId="{49FAF455-AB81-4D23-9E46-98491D21E4DD}" dt="2024-12-02T17:42:34.802" v="1222" actId="478"/>
          <ac:spMkLst>
            <pc:docMk/>
            <pc:sldMk cId="198062731" sldId="297"/>
            <ac:spMk id="2" creationId="{E6C5A070-95D9-1CCD-D3B6-90A5FBF91D32}"/>
          </ac:spMkLst>
        </pc:spChg>
        <pc:spChg chg="del">
          <ac:chgData name="Pratiksha Datir" userId="f6bc0e6a94cf4b74" providerId="LiveId" clId="{49FAF455-AB81-4D23-9E46-98491D21E4DD}" dt="2024-12-02T17:48:57.867" v="1300" actId="478"/>
          <ac:spMkLst>
            <pc:docMk/>
            <pc:sldMk cId="198062731" sldId="297"/>
            <ac:spMk id="4" creationId="{AC13101A-FBA4-94EB-B5F5-2F03525E6EB7}"/>
          </ac:spMkLst>
        </pc:spChg>
        <pc:spChg chg="mod">
          <ac:chgData name="Pratiksha Datir" userId="f6bc0e6a94cf4b74" providerId="LiveId" clId="{49FAF455-AB81-4D23-9E46-98491D21E4DD}" dt="2024-12-02T18:08:41.655" v="1448" actId="20577"/>
          <ac:spMkLst>
            <pc:docMk/>
            <pc:sldMk cId="198062731" sldId="297"/>
            <ac:spMk id="6" creationId="{0A4A21D8-D279-2F19-B41B-6633BFB0DAFF}"/>
          </ac:spMkLst>
        </pc:spChg>
        <pc:spChg chg="add del mod">
          <ac:chgData name="Pratiksha Datir" userId="f6bc0e6a94cf4b74" providerId="LiveId" clId="{49FAF455-AB81-4D23-9E46-98491D21E4DD}" dt="2024-12-02T17:42:36.448" v="1223" actId="478"/>
          <ac:spMkLst>
            <pc:docMk/>
            <pc:sldMk cId="198062731" sldId="297"/>
            <ac:spMk id="8" creationId="{153A0713-C9C8-4BFB-85DE-E2686B7B191C}"/>
          </ac:spMkLst>
        </pc:spChg>
        <pc:spChg chg="add mod">
          <ac:chgData name="Pratiksha Datir" userId="f6bc0e6a94cf4b74" providerId="LiveId" clId="{49FAF455-AB81-4D23-9E46-98491D21E4DD}" dt="2024-12-02T17:55:23.691" v="1334" actId="207"/>
          <ac:spMkLst>
            <pc:docMk/>
            <pc:sldMk cId="198062731" sldId="297"/>
            <ac:spMk id="9" creationId="{92EEFBF7-3E80-D39A-7362-C8DF67CAB559}"/>
          </ac:spMkLst>
        </pc:spChg>
      </pc:sldChg>
      <pc:sldChg chg="delSp modSp new mod">
        <pc:chgData name="Pratiksha Datir" userId="f6bc0e6a94cf4b74" providerId="LiveId" clId="{49FAF455-AB81-4D23-9E46-98491D21E4DD}" dt="2024-12-03T09:19:03.082" v="1613" actId="15"/>
        <pc:sldMkLst>
          <pc:docMk/>
          <pc:sldMk cId="941434634" sldId="298"/>
        </pc:sldMkLst>
        <pc:spChg chg="del">
          <ac:chgData name="Pratiksha Datir" userId="f6bc0e6a94cf4b74" providerId="LiveId" clId="{49FAF455-AB81-4D23-9E46-98491D21E4DD}" dt="2024-12-02T17:52:39.545" v="1310" actId="478"/>
          <ac:spMkLst>
            <pc:docMk/>
            <pc:sldMk cId="941434634" sldId="298"/>
            <ac:spMk id="2" creationId="{EAA8610E-C310-4939-4C84-EBF9A368E296}"/>
          </ac:spMkLst>
        </pc:spChg>
        <pc:spChg chg="mod">
          <ac:chgData name="Pratiksha Datir" userId="f6bc0e6a94cf4b74" providerId="LiveId" clId="{49FAF455-AB81-4D23-9E46-98491D21E4DD}" dt="2024-12-03T09:19:03.082" v="1613" actId="15"/>
          <ac:spMkLst>
            <pc:docMk/>
            <pc:sldMk cId="941434634" sldId="298"/>
            <ac:spMk id="3" creationId="{D6AA6845-4445-1524-513E-6A11C0E7FF2A}"/>
          </ac:spMkLst>
        </pc:spChg>
      </pc:sldChg>
      <pc:sldChg chg="delSp modSp new mod">
        <pc:chgData name="Pratiksha Datir" userId="f6bc0e6a94cf4b74" providerId="LiveId" clId="{49FAF455-AB81-4D23-9E46-98491D21E4DD}" dt="2024-12-03T09:19:24.733" v="1614" actId="255"/>
        <pc:sldMkLst>
          <pc:docMk/>
          <pc:sldMk cId="807356943" sldId="299"/>
        </pc:sldMkLst>
        <pc:spChg chg="del">
          <ac:chgData name="Pratiksha Datir" userId="f6bc0e6a94cf4b74" providerId="LiveId" clId="{49FAF455-AB81-4D23-9E46-98491D21E4DD}" dt="2024-12-02T17:59:37.518" v="1365" actId="478"/>
          <ac:spMkLst>
            <pc:docMk/>
            <pc:sldMk cId="807356943" sldId="299"/>
            <ac:spMk id="2" creationId="{2217E0A8-3B02-6825-8108-747B4AC48C56}"/>
          </ac:spMkLst>
        </pc:spChg>
        <pc:spChg chg="mod">
          <ac:chgData name="Pratiksha Datir" userId="f6bc0e6a94cf4b74" providerId="LiveId" clId="{49FAF455-AB81-4D23-9E46-98491D21E4DD}" dt="2024-12-03T09:19:24.733" v="1614" actId="255"/>
          <ac:spMkLst>
            <pc:docMk/>
            <pc:sldMk cId="807356943" sldId="299"/>
            <ac:spMk id="3" creationId="{19583154-8B17-9F19-F9F2-623E5812DD7C}"/>
          </ac:spMkLst>
        </pc:spChg>
      </pc:sldChg>
      <pc:sldMasterChg chg="delSldLayout">
        <pc:chgData name="Pratiksha Datir" userId="f6bc0e6a94cf4b74" providerId="LiveId" clId="{49FAF455-AB81-4D23-9E46-98491D21E4DD}" dt="2024-12-02T17:58:37.079" v="1348" actId="47"/>
        <pc:sldMasterMkLst>
          <pc:docMk/>
          <pc:sldMasterMk cId="1928452137" sldId="2147483666"/>
        </pc:sldMasterMkLst>
        <pc:sldLayoutChg chg="del">
          <pc:chgData name="Pratiksha Datir" userId="f6bc0e6a94cf4b74" providerId="LiveId" clId="{49FAF455-AB81-4D23-9E46-98491D21E4DD}" dt="2024-12-02T17:58:33.596" v="1346" actId="47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Pratiksha Datir" userId="f6bc0e6a94cf4b74" providerId="LiveId" clId="{49FAF455-AB81-4D23-9E46-98491D21E4DD}" dt="2024-12-02T17:58:37.079" v="1348" actId="47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12/3/2024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12/3/2024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3792511"/>
            <a:ext cx="5261811" cy="1768840"/>
          </a:xfrm>
        </p:spPr>
        <p:txBody>
          <a:bodyPr/>
          <a:lstStyle/>
          <a:p>
            <a:r>
              <a:rPr lang="en-US" sz="2000" dirty="0"/>
              <a:t>Principles and Concepts of OOP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/>
              <a:t>Pratiksha Datir.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14C9FC-AB62-4737-23D0-4B0006D00C12}"/>
              </a:ext>
            </a:extLst>
          </p:cNvPr>
          <p:cNvSpPr txBox="1"/>
          <p:nvPr/>
        </p:nvSpPr>
        <p:spPr>
          <a:xfrm>
            <a:off x="6096000" y="2465324"/>
            <a:ext cx="54464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i="1" dirty="0"/>
              <a:t>Object- Oriented Programming in Java</a:t>
            </a:r>
            <a:endParaRPr lang="en-IN" sz="3600" i="1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1154244"/>
            <a:ext cx="5531998" cy="1708878"/>
          </a:xfrm>
        </p:spPr>
        <p:txBody>
          <a:bodyPr>
            <a:normAutofit fontScale="9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br>
              <a:rPr lang="en-US" sz="3100" b="1" dirty="0"/>
            </a:br>
            <a:br>
              <a:rPr lang="en-US" b="1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69DF042-37C5-4E09-AA4C-AA66649C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FF1A22-BDCE-17CA-C4FF-353BD34C1FC4}"/>
              </a:ext>
            </a:extLst>
          </p:cNvPr>
          <p:cNvSpPr txBox="1"/>
          <p:nvPr/>
        </p:nvSpPr>
        <p:spPr>
          <a:xfrm>
            <a:off x="1493707" y="1903752"/>
            <a:ext cx="920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CC79354-3961-D6B3-A317-1DE7589702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6078" y="1641105"/>
            <a:ext cx="8889167" cy="4062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is Object-Oriented Programming (OOP)?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Key Principles of OOP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OOP Features in Java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Advantages of OOP 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 of OOP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lide Number Placeholder 81">
            <a:extLst>
              <a:ext uri="{FF2B5EF4-FFF2-40B4-BE49-F238E27FC236}">
                <a16:creationId xmlns:a16="http://schemas.microsoft.com/office/drawing/2014/main" id="{CE36A058-BEC2-4BC5-A467-F2EB2A36505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51C26CE0-2506-4B44-A26F-C12BFA5B1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322" y="659568"/>
            <a:ext cx="9293901" cy="1004340"/>
          </a:xfrm>
        </p:spPr>
        <p:txBody>
          <a:bodyPr>
            <a:normAutofit/>
          </a:bodyPr>
          <a:lstStyle/>
          <a:p>
            <a:pPr marL="514350" indent="-514350" algn="l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is OOP?</a:t>
            </a:r>
            <a:endParaRPr lang="en-US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CE3328-F9A7-3CBE-4D55-5EA8A6F86FAB}"/>
              </a:ext>
            </a:extLst>
          </p:cNvPr>
          <p:cNvSpPr txBox="1"/>
          <p:nvPr/>
        </p:nvSpPr>
        <p:spPr>
          <a:xfrm>
            <a:off x="3585148" y="4184754"/>
            <a:ext cx="3522688" cy="1364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33" name="Rectangle 2">
            <a:extLst>
              <a:ext uri="{FF2B5EF4-FFF2-40B4-BE49-F238E27FC236}">
                <a16:creationId xmlns:a16="http://schemas.microsoft.com/office/drawing/2014/main" id="{1EC7C10E-E736-AD42-C137-5C2DEF3D39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8898" y="1774827"/>
            <a:ext cx="9293901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programming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paradigm based on the concept of "objects.“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Objects: Entities containing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(fields) and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methods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(functions)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Encourages modularity and code reuse.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Four pillars of OOP: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Encapsulation, Inheritance, Polymorphism, Abstraction. </a:t>
            </a:r>
          </a:p>
        </p:txBody>
      </p:sp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4302" y="1422511"/>
            <a:ext cx="7180288" cy="870984"/>
          </a:xfrm>
        </p:spPr>
        <p:txBody>
          <a:bodyPr>
            <a:normAutofit fontScale="9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Principles of OOP </a:t>
            </a:r>
            <a:br>
              <a:rPr lang="en-US" b="1" dirty="0">
                <a:solidFill>
                  <a:schemeClr val="tx1"/>
                </a:solidFill>
              </a:rPr>
            </a:br>
            <a:br>
              <a:rPr lang="en-US" b="1" dirty="0">
                <a:solidFill>
                  <a:schemeClr val="tx1"/>
                </a:solidFill>
              </a:rPr>
            </a:b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5D1BD041-3428-4D62-934F-F3FF6D36F90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0" name="Rectangle 1">
            <a:extLst>
              <a:ext uri="{FF2B5EF4-FFF2-40B4-BE49-F238E27FC236}">
                <a16:creationId xmlns:a16="http://schemas.microsoft.com/office/drawing/2014/main" id="{0F62DC62-CC40-3C4B-A918-EBEBC7F141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2695" y="1858003"/>
            <a:ext cx="10075976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AutoNum type="arabicPeriod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Encapsulation: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Bundling data and methods together.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Example: Using private fields with public getter and setter methods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941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8CE3A36-30FB-6E4E-7FB9-22AA5A66E50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19ABE9-6440-5362-B5F0-DB6DB8186481}"/>
              </a:ext>
            </a:extLst>
          </p:cNvPr>
          <p:cNvSpPr txBox="1"/>
          <p:nvPr/>
        </p:nvSpPr>
        <p:spPr>
          <a:xfrm>
            <a:off x="1469036" y="269824"/>
            <a:ext cx="9428813" cy="6250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Example: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class Person { </a:t>
            </a:r>
          </a:p>
          <a:p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private String name; // Private field </a:t>
            </a:r>
          </a:p>
          <a:p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public String getName() {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 return name;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}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 public void setName(String name){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 this.name = name;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 }   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public class Main {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public static void main(String[] args) {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Person person = new Person(); 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person.setName("Alice");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System.out.println("Name: " + person.getName()</a:t>
            </a:r>
            <a:r>
              <a:rPr lang="en-IN" sz="2000" dirty="0"/>
              <a:t>); </a:t>
            </a:r>
          </a:p>
          <a:p>
            <a:r>
              <a:rPr lang="en-IN" sz="2000" dirty="0"/>
              <a:t>   } </a:t>
            </a:r>
          </a:p>
          <a:p>
            <a:r>
              <a:rPr lang="en-IN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31989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3D1707-380F-945B-138E-3CE4B3DEF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6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CF0A90-968E-1B0B-F3F0-4C9A4CAB69E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200" y="419726"/>
            <a:ext cx="10674246" cy="5816182"/>
          </a:xfrm>
        </p:spPr>
        <p:txBody>
          <a:bodyPr>
            <a:normAutofit fontScale="92500" lnSpcReduction="20000"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Inheritance: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Mechanism to create a new class from an existing class.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Promotes code reuse.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>
                <a:solidFill>
                  <a:schemeClr val="tx1"/>
                </a:solidFill>
                <a:latin typeface="Arial" panose="020B0604020202020204" pitchFamily="34" charset="0"/>
              </a:rPr>
              <a:t>      Is-a 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relationship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Example: Dog is-an Animal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class Animal {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 void sound() {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   System.out.println("Animals make sounds");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 }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class Dog extends Animal {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en-IN" dirty="0"/>
              <a:t>@Override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 void sound() {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 System.out.println("Dogs bark");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}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06704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ACA2A-6BBE-47CF-B76F-F56C9DBF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A095E-DB05-47EC-A2D5-47398A4A0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C3221-5F04-4CA7-A86A-EEA8566A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466726"/>
            <a:ext cx="5111750" cy="1122231"/>
          </a:xfrm>
        </p:spPr>
        <p:txBody>
          <a:bodyPr/>
          <a:lstStyle/>
          <a:p>
            <a:br>
              <a:rPr lang="en-US" b="1" dirty="0"/>
            </a:b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86CA0F6-C818-97BA-D5FD-3CE7C3497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5"/>
            <a:ext cx="5111750" cy="1525588"/>
          </a:xfrm>
        </p:spPr>
        <p:txBody>
          <a:bodyPr/>
          <a:lstStyle/>
          <a:p>
            <a:br>
              <a:rPr lang="en-US" b="1" dirty="0"/>
            </a:br>
            <a:endParaRPr lang="en-US" dirty="0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2320B7A8-0D52-2B78-CB2C-615AC88CF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99" y="632817"/>
            <a:ext cx="10974049" cy="5539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Polymorphism: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Ability to take multiple forms.</a:t>
            </a: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Example: Method Overloading and Overriding.</a:t>
            </a:r>
            <a:endParaRPr lang="en-US" altLang="en-US" sz="2400" dirty="0">
              <a:latin typeface="Arial" panose="020B0604020202020204" pitchFamily="34" charset="0"/>
            </a:endParaRPr>
          </a:p>
          <a:p>
            <a:pPr marL="914400" lvl="1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class Calculator {    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    // Method Overloading - same method name, but different parameter lists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     int add(int a, int b) {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      return a + b;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   }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   double add(double a, double b) {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     return a + b;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   }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}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E82690-B145-4D4F-B2D1-0B2A8C50FD7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9449" y="854439"/>
            <a:ext cx="10717967" cy="5666281"/>
          </a:xfrm>
        </p:spPr>
        <p:txBody>
          <a:bodyPr>
            <a:norm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Abstraction: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Hiding implementation details and showing only essential features.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Example: Abstract classes and interfaces.</a:t>
            </a:r>
          </a:p>
          <a:p>
            <a:r>
              <a:rPr lang="en-US" noProof="1"/>
              <a:t> </a:t>
            </a:r>
          </a:p>
          <a:p>
            <a:pPr lvl="1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is a great real-world example of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abstraction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because it simplifies a complex banking process and shows the user only the essential actions they need to perform, while hiding the complex operations behind the scenes.</a:t>
            </a:r>
            <a:endParaRPr lang="en-US" noProof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Date Placeholder 31">
            <a:extLst>
              <a:ext uri="{FF2B5EF4-FFF2-40B4-BE49-F238E27FC236}">
                <a16:creationId xmlns:a16="http://schemas.microsoft.com/office/drawing/2014/main" id="{D5DB19F8-B538-4965-BA90-ED372B99F5DC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5C44B1-BA82-483C-BD91-F89067442F9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D4A67-3A46-4F54-A12A-EAE1B53E645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93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C8688B-F328-180A-2C7E-71B80D2F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3A96E2-9D46-A4C1-1754-C52CBD5A7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9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A21D8-D279-2F19-B41B-6633BFB0DA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44378" y="464695"/>
            <a:ext cx="10897851" cy="5891655"/>
          </a:xfrm>
        </p:spPr>
        <p:txBody>
          <a:bodyPr/>
          <a:lstStyle/>
          <a:p>
            <a:r>
              <a:rPr lang="en-IN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OOP FEATURES IN JAVA</a:t>
            </a:r>
          </a:p>
          <a:p>
            <a:pPr marL="0" indent="0">
              <a:buNone/>
            </a:pPr>
            <a:endParaRPr lang="en-IN" b="1" dirty="0">
              <a:solidFill>
                <a:schemeClr val="tx1"/>
              </a:solidFill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92EEFBF7-3E80-D39A-7362-C8DF67CAB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9154" y="989448"/>
            <a:ext cx="9728615" cy="53669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1. Classes and Objects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Class: Blueprint for creating objects.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Object: Instance of a class.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2. Constructors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Special methods to initialize objects.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3. Access Modifiers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Control visibility (e.g.,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 Unicode MS"/>
              </a:rPr>
              <a:t>private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 Unicode MS"/>
              </a:rPr>
              <a:t>public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 Unicode MS"/>
              </a:rPr>
              <a:t>protected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).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4. Interfaces and Abstract Classes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Interfaces: Define a contract with no implementation.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 Abstract Classes: Provide partial implementation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062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AA6845-4445-1524-513E-6A11C0E7F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9370" y="884420"/>
            <a:ext cx="9863528" cy="479685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ADVANTAGES</a:t>
            </a:r>
            <a:r>
              <a:rPr lang="en-IN" sz="2800" b="1" dirty="0">
                <a:solidFill>
                  <a:schemeClr val="tx1"/>
                </a:solidFill>
              </a:rPr>
              <a:t> </a:t>
            </a:r>
            <a:r>
              <a:rPr lang="en-IN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 OOP</a:t>
            </a:r>
          </a:p>
          <a:p>
            <a:endParaRPr lang="en-IN" sz="2800" b="1" dirty="0"/>
          </a:p>
          <a:p>
            <a:pPr lvl="1">
              <a:buFont typeface="+mj-lt"/>
              <a:buAutoNum type="arabicPeriod"/>
            </a:pPr>
            <a:r>
              <a:rPr lang="en-I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Modularity:</a:t>
            </a: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Easy to debug and maintain.</a:t>
            </a:r>
          </a:p>
          <a:p>
            <a:pPr marL="971550" lvl="1" indent="-514350">
              <a:buFont typeface="+mj-lt"/>
              <a:buAutoNum type="arabicPeriod"/>
            </a:pPr>
            <a:endParaRPr lang="en-IN" sz="2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+mj-lt"/>
              <a:buAutoNum type="arabicPeriod"/>
            </a:pPr>
            <a:r>
              <a:rPr lang="en-I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Reusability:</a:t>
            </a: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Use existing code through inheritance.</a:t>
            </a:r>
          </a:p>
          <a:p>
            <a:pPr marL="971550" lvl="1" indent="-514350">
              <a:buFont typeface="+mj-lt"/>
              <a:buAutoNum type="arabicPeriod"/>
            </a:pPr>
            <a:endParaRPr lang="en-IN" sz="2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+mj-lt"/>
              <a:buAutoNum type="arabicPeriod"/>
            </a:pPr>
            <a:r>
              <a:rPr lang="en-I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Flexibility:</a:t>
            </a: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Polymorphism simplifies code extensibility.</a:t>
            </a:r>
          </a:p>
          <a:p>
            <a:pPr marL="971550" lvl="1" indent="-514350">
              <a:buFont typeface="+mj-lt"/>
              <a:buAutoNum type="arabicPeriod"/>
            </a:pPr>
            <a:endParaRPr lang="en-IN" sz="2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+mj-lt"/>
              <a:buAutoNum type="arabicPeriod"/>
            </a:pPr>
            <a:r>
              <a:rPr lang="en-I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Security:</a:t>
            </a: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Encapsulation protects sensitive data</a:t>
            </a:r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DF5A8-2081-129A-25D1-07D17DA20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E7831-9957-5B45-AC30-2533A607E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18F73-A164-0F30-28C4-7D3C08FA3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1434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83154-8B17-9F19-F9F2-623E5812D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99016" y="1109272"/>
            <a:ext cx="7764905" cy="421223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 OF OOP</a:t>
            </a:r>
          </a:p>
          <a:p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Game Development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Graphical User Interfaces (GUIs) </a:t>
            </a: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Enterprise Applications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Real-Time Systems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Mobile Applications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10F534-30B7-15E4-DC43-66DD1CA98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E0799-09CF-A272-7079-A8F79C689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FB557-0F32-E490-939E-33B331EC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356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91000" cy="1813264"/>
          </a:xfrm>
        </p:spPr>
        <p:txBody>
          <a:bodyPr/>
          <a:lstStyle/>
          <a:p>
            <a:r>
              <a:rPr lang="en-US" sz="3600" dirty="0">
                <a:latin typeface="Algerian" panose="04020705040A02060702" pitchFamily="82" charset="0"/>
              </a:rPr>
              <a:t>THANK YOU!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light sales pitch</Template>
  <TotalTime>420</TotalTime>
  <Words>571</Words>
  <Application>Microsoft Office PowerPoint</Application>
  <PresentationFormat>Widescreen</PresentationFormat>
  <Paragraphs>142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Algerian</vt:lpstr>
      <vt:lpstr>Arial</vt:lpstr>
      <vt:lpstr>Arial Unicode MS</vt:lpstr>
      <vt:lpstr>Calibri</vt:lpstr>
      <vt:lpstr>Tenorite</vt:lpstr>
      <vt:lpstr>Monoline</vt:lpstr>
      <vt:lpstr>PowerPoint Presentation</vt:lpstr>
      <vt:lpstr>Agenda    </vt:lpstr>
      <vt:lpstr>What is OOP?</vt:lpstr>
      <vt:lpstr>Key Principles of OOP   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Pratiksha Datir</dc:creator>
  <cp:lastModifiedBy>Pratiksha Datir</cp:lastModifiedBy>
  <cp:revision>1</cp:revision>
  <dcterms:created xsi:type="dcterms:W3CDTF">2024-12-02T13:34:26Z</dcterms:created>
  <dcterms:modified xsi:type="dcterms:W3CDTF">2024-12-03T09:19:27Z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